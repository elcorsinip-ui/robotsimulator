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14" r:id="rId4"/>
    <p:sldMasterId id="2147483680" r:id="rId5"/>
    <p:sldMasterId id="2147483698" r:id="rId6"/>
    <p:sldMasterId id="2147483703" r:id="rId7"/>
  </p:sldMasterIdLst>
  <p:notesMasterIdLst>
    <p:notesMasterId r:id="rId37"/>
  </p:notesMasterIdLst>
  <p:handoutMasterIdLst>
    <p:handoutMasterId r:id="rId38"/>
  </p:handoutMasterIdLst>
  <p:sldIdLst>
    <p:sldId id="256" r:id="rId22"/>
    <p:sldId id="257" r:id="rId23"/>
    <p:sldId id="258" r:id="rId24"/>
    <p:sldId id="259" r:id="rId25"/>
    <p:sldId id="260" r:id="rId26"/>
    <p:sldId id="261" r:id="rId27"/>
    <p:sldId id="262" r:id="rId28"/>
    <p:sldId id="263" r:id="rId29"/>
    <p:sldId id="264" r:id="rId30"/>
    <p:sldId id="265" r:id="rId31"/>
    <p:sldId id="266" r:id="rId32"/>
    <p:sldId id="267" r:id="rId33"/>
    <p:sldId id="268" r:id="rId34"/>
    <p:sldId id="269" r:id="rId35"/>
    <p:sldId id="270" r:id="rId36"/>
    <p:sldId id="271" r:id="rId21"/>
    <p:sldId id="272" r:id="rId20"/>
    <p:sldId id="273" r:id="rId19"/>
    <p:sldId id="274" r:id="rId18"/>
    <p:sldId id="275" r:id="rId17"/>
  </p:sldIdLst>
  <p:sldSz cx="14630400" cy="8229600"/>
  <p:notesSz cx="10234613" cy="7099300"/>
  <p:embeddedFontLst>
    <p:embeddedFont>
      <p:font typeface="Libre Franklin" panose="00000500000000000000" pitchFamily="2" charset="0"/>
      <p:regular r:id="rId39"/>
      <p:bold r:id="rId40"/>
      <p:italic r:id="rId41"/>
      <p:boldItalic r:id="rId42"/>
    </p:embeddedFont>
    <p:embeddedFont>
      <p:font typeface="Libre Franklin Light" panose="00000400000000000000" pitchFamily="2" charset="0"/>
      <p:regular r:id="rId43"/>
      <p:italic r:id="rId44"/>
    </p:embeddedFont>
  </p:embeddedFont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41" userDrawn="1">
          <p15:clr>
            <a:srgbClr val="A4A3A4"/>
          </p15:clr>
        </p15:guide>
        <p15:guide id="2" pos="390" userDrawn="1">
          <p15:clr>
            <a:srgbClr val="A4A3A4"/>
          </p15:clr>
        </p15:guide>
        <p15:guide id="3" orient="horz" pos="188" userDrawn="1">
          <p15:clr>
            <a:srgbClr val="A4A3A4"/>
          </p15:clr>
        </p15:guide>
        <p15:guide id="4" pos="8832" userDrawn="1">
          <p15:clr>
            <a:srgbClr val="A4A3A4"/>
          </p15:clr>
        </p15:guide>
        <p15:guide id="5" orient="horz" pos="369" userDrawn="1">
          <p15:clr>
            <a:srgbClr val="A4A3A4"/>
          </p15:clr>
        </p15:guide>
        <p15:guide id="6" orient="horz" pos="4996" userDrawn="1">
          <p15:clr>
            <a:srgbClr val="A4A3A4"/>
          </p15:clr>
        </p15:guide>
        <p15:guide id="7" orient="horz" pos="551" userDrawn="1">
          <p15:clr>
            <a:srgbClr val="A4A3A4"/>
          </p15:clr>
        </p15:guide>
        <p15:guide id="10" pos="1183" userDrawn="1">
          <p15:clr>
            <a:srgbClr val="A4A3A4"/>
          </p15:clr>
        </p15:guide>
        <p15:guide id="17" pos="816" userDrawn="1">
          <p15:clr>
            <a:srgbClr val="A4A3A4"/>
          </p15:clr>
        </p15:guide>
        <p15:guide id="18" pos="3225" userDrawn="1">
          <p15:clr>
            <a:srgbClr val="A4A3A4"/>
          </p15:clr>
        </p15:guide>
        <p15:guide id="20" pos="4224" userDrawn="1">
          <p15:clr>
            <a:srgbClr val="A4A3A4"/>
          </p15:clr>
        </p15:guide>
        <p15:guide id="21" pos="7776" userDrawn="1">
          <p15:clr>
            <a:srgbClr val="A4A3A4"/>
          </p15:clr>
        </p15:guide>
        <p15:guide id="22" orient="horz" pos="4860" userDrawn="1">
          <p15:clr>
            <a:srgbClr val="A4A3A4"/>
          </p15:clr>
        </p15:guide>
        <p15:guide id="23" orient="horz" pos="960" userDrawn="1">
          <p15:clr>
            <a:srgbClr val="A4A3A4"/>
          </p15:clr>
        </p15:guide>
        <p15:guide id="24" pos="5991" userDrawn="1">
          <p15:clr>
            <a:srgbClr val="A4A3A4"/>
          </p15:clr>
        </p15:guide>
        <p15:guide id="25" pos="1750" userDrawn="1">
          <p15:clr>
            <a:srgbClr val="A4A3A4"/>
          </p15:clr>
        </p15:guide>
        <p15:guide id="26" orient="horz" pos="77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storero Marcello" initials="OM" lastIdx="6" clrIdx="0">
    <p:extLst>
      <p:ext uri="{19B8F6BF-5375-455C-9EA6-DF929625EA0E}">
        <p15:presenceInfo xmlns:p15="http://schemas.microsoft.com/office/powerpoint/2012/main" userId="S-1-5-21-1336113909-1040713671-1555891258-430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98D6"/>
    <a:srgbClr val="6A6A69"/>
    <a:srgbClr val="0054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>
    <p:restoredLeft sz="5225" autoAdjust="0"/>
    <p:restoredTop sz="95706" autoAdjust="0"/>
  </p:normalViewPr>
  <p:slideViewPr>
    <p:cSldViewPr snapToGrid="0">
      <p:cViewPr varScale="1">
        <p:scale>
          <a:sx n="137" d="100"/>
          <a:sy n="137" d="100"/>
        </p:scale>
        <p:origin x="1016" y="84"/>
      </p:cViewPr>
      <p:guideLst>
        <p:guide orient="horz" pos="2841"/>
        <p:guide pos="390"/>
        <p:guide orient="horz" pos="188"/>
        <p:guide pos="8832"/>
        <p:guide orient="horz" pos="369"/>
        <p:guide orient="horz" pos="4996"/>
        <p:guide orient="horz" pos="551"/>
        <p:guide pos="1183"/>
        <p:guide pos="816"/>
        <p:guide pos="3225"/>
        <p:guide pos="4224"/>
        <p:guide pos="7776"/>
        <p:guide orient="horz" pos="4860"/>
        <p:guide orient="horz" pos="960"/>
        <p:guide pos="5991"/>
        <p:guide pos="1750"/>
        <p:guide orient="horz" pos="778"/>
      </p:guideLst>
    </p:cSldViewPr>
  </p:slideViewPr>
  <p:outlineViewPr>
    <p:cViewPr>
      <p:scale>
        <a:sx n="33" d="100"/>
        <a:sy n="33" d="100"/>
      </p:scale>
      <p:origin x="0" y="-4790"/>
    </p:cViewPr>
  </p:outlineViewPr>
  <p:notesTextViewPr>
    <p:cViewPr>
      <p:scale>
        <a:sx n="120" d="100"/>
        <a:sy n="12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112" d="100"/>
          <a:sy n="112" d="100"/>
        </p:scale>
        <p:origin x="498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17" Type="http://schemas.openxmlformats.org/officeDocument/2006/relationships/slide" Target="slides/slide20.xml"/><Relationship Id="rId18" Type="http://schemas.openxmlformats.org/officeDocument/2006/relationships/slide" Target="slides/slide19.xml"/><Relationship Id="rId19" Type="http://schemas.openxmlformats.org/officeDocument/2006/relationships/slide" Target="slides/slide18.xml"/><Relationship Id="rId20" Type="http://schemas.openxmlformats.org/officeDocument/2006/relationships/slide" Target="slides/slide17.xml"/><Relationship Id="rId21" Type="http://schemas.openxmlformats.org/officeDocument/2006/relationships/slide" Target="slides/slide16.xml"/><Relationship Id="rId22" Type="http://schemas.openxmlformats.org/officeDocument/2006/relationships/slide" Target="slides/slide1.xml"/><Relationship Id="rId23" Type="http://schemas.openxmlformats.org/officeDocument/2006/relationships/slide" Target="slides/slide2.xml"/><Relationship Id="rId24" Type="http://schemas.openxmlformats.org/officeDocument/2006/relationships/slide" Target="slides/slide3.xml"/><Relationship Id="rId25" Type="http://schemas.openxmlformats.org/officeDocument/2006/relationships/slide" Target="slides/slide4.xml"/><Relationship Id="rId26" Type="http://schemas.openxmlformats.org/officeDocument/2006/relationships/slide" Target="slides/slide5.xml"/><Relationship Id="rId27" Type="http://schemas.openxmlformats.org/officeDocument/2006/relationships/slide" Target="slides/slide6.xml"/><Relationship Id="rId28" Type="http://schemas.openxmlformats.org/officeDocument/2006/relationships/slide" Target="slides/slide7.xml"/><Relationship Id="rId29" Type="http://schemas.openxmlformats.org/officeDocument/2006/relationships/slide" Target="slides/slide8.xml"/><Relationship Id="rId30" Type="http://schemas.openxmlformats.org/officeDocument/2006/relationships/slide" Target="slides/slide9.xml"/><Relationship Id="rId31" Type="http://schemas.openxmlformats.org/officeDocument/2006/relationships/slide" Target="slides/slide10.xml"/><Relationship Id="rId32" Type="http://schemas.openxmlformats.org/officeDocument/2006/relationships/slide" Target="slides/slide11.xml"/><Relationship Id="rId33" Type="http://schemas.openxmlformats.org/officeDocument/2006/relationships/slide" Target="slides/slide12.xml"/><Relationship Id="rId34" Type="http://schemas.openxmlformats.org/officeDocument/2006/relationships/slide" Target="slides/slide13.xml"/><Relationship Id="rId35" Type="http://schemas.openxmlformats.org/officeDocument/2006/relationships/slide" Target="slides/slide14.xml"/><Relationship Id="rId36" Type="http://schemas.openxmlformats.org/officeDocument/2006/relationships/slide" Target="slides/slide15.xml"/><Relationship Id="rId37" Type="http://schemas.openxmlformats.org/officeDocument/2006/relationships/notesMaster" Target="notesMasters/notesMaster1.xml"/><Relationship Id="rId38" Type="http://schemas.openxmlformats.org/officeDocument/2006/relationships/handoutMaster" Target="handoutMasters/handoutMaster1.xml"/><Relationship Id="rId39" Type="http://schemas.openxmlformats.org/officeDocument/2006/relationships/font" Target="fonts/font1.fntdata"/><Relationship Id="rId40" Type="http://schemas.openxmlformats.org/officeDocument/2006/relationships/font" Target="fonts/font2.fntdata"/><Relationship Id="rId41" Type="http://schemas.openxmlformats.org/officeDocument/2006/relationships/font" Target="fonts/font3.fntdata"/><Relationship Id="rId42" Type="http://schemas.openxmlformats.org/officeDocument/2006/relationships/font" Target="fonts/font4.fntdata"/><Relationship Id="rId43" Type="http://schemas.openxmlformats.org/officeDocument/2006/relationships/font" Target="fonts/font5.fntdata"/><Relationship Id="rId44" Type="http://schemas.openxmlformats.org/officeDocument/2006/relationships/font" Target="fonts/font6.fntdata"/><Relationship Id="rId45" Type="http://schemas.openxmlformats.org/officeDocument/2006/relationships/commentAuthors" Target="commentAuthors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Relationship Id="rId5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olo Corsini" userId="0dd9e5e3-0793-46f7-a3f7-5c3a60d2ebda" providerId="ADAL" clId="{9A7700A4-8DD8-451E-95D6-41600D4131F5}"/>
    <pc:docChg chg="modSld">
      <pc:chgData name="Paolo Corsini" userId="0dd9e5e3-0793-46f7-a3f7-5c3a60d2ebda" providerId="ADAL" clId="{9A7700A4-8DD8-451E-95D6-41600D4131F5}" dt="2026-06-03T09:48:59.386" v="31" actId="1076"/>
      <pc:docMkLst>
        <pc:docMk/>
      </pc:docMkLst>
      <pc:sldChg chg="modSp mod">
        <pc:chgData name="Paolo Corsini" userId="0dd9e5e3-0793-46f7-a3f7-5c3a60d2ebda" providerId="ADAL" clId="{9A7700A4-8DD8-451E-95D6-41600D4131F5}" dt="2026-06-03T09:48:59.386" v="31" actId="1076"/>
        <pc:sldMkLst>
          <pc:docMk/>
          <pc:sldMk cId="4108336556" sldId="990"/>
        </pc:sldMkLst>
        <pc:spChg chg="mod">
          <ac:chgData name="Paolo Corsini" userId="0dd9e5e3-0793-46f7-a3f7-5c3a60d2ebda" providerId="ADAL" clId="{9A7700A4-8DD8-451E-95D6-41600D4131F5}" dt="2026-06-03T09:46:49.918" v="29" actId="20577"/>
          <ac:spMkLst>
            <pc:docMk/>
            <pc:sldMk cId="4108336556" sldId="990"/>
            <ac:spMk id="4" creationId="{C059153E-48AE-812B-C5B8-9A085C28EA31}"/>
          </ac:spMkLst>
        </pc:spChg>
        <pc:picChg chg="mod">
          <ac:chgData name="Paolo Corsini" userId="0dd9e5e3-0793-46f7-a3f7-5c3a60d2ebda" providerId="ADAL" clId="{9A7700A4-8DD8-451E-95D6-41600D4131F5}" dt="2026-06-03T09:48:59.386" v="31" actId="1076"/>
          <ac:picMkLst>
            <pc:docMk/>
            <pc:sldMk cId="4108336556" sldId="990"/>
            <ac:picMk id="7" creationId="{0C917F80-C1B7-717B-78F6-8BDE1327768E}"/>
          </ac:picMkLst>
        </pc:picChg>
        <pc:picChg chg="mod">
          <ac:chgData name="Paolo Corsini" userId="0dd9e5e3-0793-46f7-a3f7-5c3a60d2ebda" providerId="ADAL" clId="{9A7700A4-8DD8-451E-95D6-41600D4131F5}" dt="2026-06-03T09:46:54.835" v="30" actId="1076"/>
          <ac:picMkLst>
            <pc:docMk/>
            <pc:sldMk cId="4108336556" sldId="990"/>
            <ac:picMk id="9" creationId="{AB3C1D82-5B12-1D9D-8BE1-A1993084D23D}"/>
          </ac:picMkLst>
        </pc:pic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03D312F0-9BF9-1B4F-9CE7-78B32344781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5443" cy="356061"/>
          </a:xfrm>
          <a:prstGeom prst="rect">
            <a:avLst/>
          </a:prstGeom>
        </p:spPr>
        <p:txBody>
          <a:bodyPr vert="horz" lIns="69330" tIns="34665" rIns="69330" bIns="34665" rtlCol="0"/>
          <a:lstStyle>
            <a:lvl1pPr algn="l">
              <a:defRPr sz="9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B50C753-4701-BB4A-BEE9-A88C43D686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796949" y="0"/>
            <a:ext cx="4435443" cy="356061"/>
          </a:xfrm>
          <a:prstGeom prst="rect">
            <a:avLst/>
          </a:prstGeom>
        </p:spPr>
        <p:txBody>
          <a:bodyPr vert="horz" lIns="69330" tIns="34665" rIns="69330" bIns="34665" rtlCol="0"/>
          <a:lstStyle>
            <a:lvl1pPr algn="r">
              <a:defRPr sz="900"/>
            </a:lvl1pPr>
          </a:lstStyle>
          <a:p>
            <a:fld id="{4AD85883-558A-5349-8483-19C33D685C26}" type="datetimeFigureOut">
              <a:rPr lang="it-IT" smtClean="0"/>
              <a:t>03/06/2026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6D47BDB-D17D-E640-A287-8B9D7B7D04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743239"/>
            <a:ext cx="4435443" cy="356061"/>
          </a:xfrm>
          <a:prstGeom prst="rect">
            <a:avLst/>
          </a:prstGeom>
        </p:spPr>
        <p:txBody>
          <a:bodyPr vert="horz" lIns="69330" tIns="34665" rIns="69330" bIns="34665" rtlCol="0" anchor="b"/>
          <a:lstStyle>
            <a:lvl1pPr algn="l">
              <a:defRPr sz="9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022EDA2-695A-934B-835D-2DA290009F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796949" y="6743239"/>
            <a:ext cx="4435443" cy="356061"/>
          </a:xfrm>
          <a:prstGeom prst="rect">
            <a:avLst/>
          </a:prstGeom>
        </p:spPr>
        <p:txBody>
          <a:bodyPr vert="horz" lIns="69330" tIns="34665" rIns="69330" bIns="34665" rtlCol="0" anchor="b"/>
          <a:lstStyle>
            <a:lvl1pPr algn="r">
              <a:defRPr sz="900"/>
            </a:lvl1pPr>
          </a:lstStyle>
          <a:p>
            <a:fld id="{32DFCBE5-C9DD-FE4C-9E4F-ED35A116A6E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908098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5443" cy="356061"/>
          </a:xfrm>
          <a:prstGeom prst="rect">
            <a:avLst/>
          </a:prstGeom>
        </p:spPr>
        <p:txBody>
          <a:bodyPr vert="horz" lIns="69330" tIns="34665" rIns="69330" bIns="34665" rtlCol="0"/>
          <a:lstStyle>
            <a:lvl1pPr algn="l">
              <a:defRPr sz="9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5796949" y="0"/>
            <a:ext cx="4435443" cy="356061"/>
          </a:xfrm>
          <a:prstGeom prst="rect">
            <a:avLst/>
          </a:prstGeom>
        </p:spPr>
        <p:txBody>
          <a:bodyPr vert="horz" lIns="69330" tIns="34665" rIns="69330" bIns="34665" rtlCol="0"/>
          <a:lstStyle>
            <a:lvl1pPr algn="r">
              <a:defRPr sz="900"/>
            </a:lvl1pPr>
          </a:lstStyle>
          <a:p>
            <a:fld id="{0BFCF51A-58EF-0340-AB41-727AD78C1466}" type="datetimeFigureOut">
              <a:rPr lang="it-IT" smtClean="0"/>
              <a:t>03/06/2026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987675" y="887413"/>
            <a:ext cx="4259263" cy="239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69330" tIns="34665" rIns="69330" bIns="34665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1023906" y="3416813"/>
            <a:ext cx="8186802" cy="2795075"/>
          </a:xfrm>
          <a:prstGeom prst="rect">
            <a:avLst/>
          </a:prstGeom>
        </p:spPr>
        <p:txBody>
          <a:bodyPr vert="horz" lIns="69330" tIns="34665" rIns="69330" bIns="34665" rtlCol="0"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6743239"/>
            <a:ext cx="4435443" cy="356061"/>
          </a:xfrm>
          <a:prstGeom prst="rect">
            <a:avLst/>
          </a:prstGeom>
        </p:spPr>
        <p:txBody>
          <a:bodyPr vert="horz" lIns="69330" tIns="34665" rIns="69330" bIns="34665" rtlCol="0" anchor="b"/>
          <a:lstStyle>
            <a:lvl1pPr algn="l">
              <a:defRPr sz="9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5796949" y="6743239"/>
            <a:ext cx="4435443" cy="356061"/>
          </a:xfrm>
          <a:prstGeom prst="rect">
            <a:avLst/>
          </a:prstGeom>
        </p:spPr>
        <p:txBody>
          <a:bodyPr vert="horz" lIns="69330" tIns="34665" rIns="69330" bIns="34665" rtlCol="0" anchor="b"/>
          <a:lstStyle>
            <a:lvl1pPr algn="r">
              <a:defRPr sz="900"/>
            </a:lvl1pPr>
          </a:lstStyle>
          <a:p>
            <a:fld id="{98A7AA5A-84CB-C649-8648-1DBDCFBFE02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92825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899A3671-F1F4-40B8-9A31-E146AA4FED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29616" cy="8229600"/>
          </a:xfrm>
          <a:prstGeom prst="rect">
            <a:avLst/>
          </a:prstGeom>
        </p:spPr>
      </p:pic>
      <p:sp>
        <p:nvSpPr>
          <p:cNvPr id="3" name="Segnaposto testo 3">
            <a:extLst>
              <a:ext uri="{FF2B5EF4-FFF2-40B4-BE49-F238E27FC236}">
                <a16:creationId xmlns:a16="http://schemas.microsoft.com/office/drawing/2014/main" id="{5BE5E891-9090-486A-B597-87CFFBAABB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685800"/>
            <a:ext cx="6632958" cy="3276611"/>
          </a:xfrm>
          <a:prstGeom prst="rect">
            <a:avLst/>
          </a:prstGeom>
        </p:spPr>
        <p:txBody>
          <a:bodyPr lIns="0" tIns="46800" rIns="0" bIns="0" anchor="b" anchorCtr="0"/>
          <a:lstStyle>
            <a:lvl1pPr marL="0" indent="0" algn="l">
              <a:buNone/>
              <a:defRPr sz="6000" b="1" i="0">
                <a:solidFill>
                  <a:schemeClr val="bg1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</a:t>
            </a:r>
            <a:br>
              <a:rPr lang="it-IT" dirty="0"/>
            </a:br>
            <a:r>
              <a:rPr lang="it-IT" dirty="0"/>
              <a:t>Title</a:t>
            </a:r>
          </a:p>
        </p:txBody>
      </p:sp>
      <p:sp>
        <p:nvSpPr>
          <p:cNvPr id="4" name="Segnaposto testo 17">
            <a:extLst>
              <a:ext uri="{FF2B5EF4-FFF2-40B4-BE49-F238E27FC236}">
                <a16:creationId xmlns:a16="http://schemas.microsoft.com/office/drawing/2014/main" id="{69F437D0-1EB2-41C7-BE0D-253DA2E98E9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4258560"/>
            <a:ext cx="6704999" cy="191363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Presentation </a:t>
            </a:r>
            <a:r>
              <a:rPr lang="it-IT" dirty="0" err="1"/>
              <a:t>Caption</a:t>
            </a:r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99D400F-21D1-49B9-B75D-25B5B127BEE6}"/>
              </a:ext>
            </a:extLst>
          </p:cNvPr>
          <p:cNvSpPr txBox="1"/>
          <p:nvPr userDrawn="1"/>
        </p:nvSpPr>
        <p:spPr>
          <a:xfrm>
            <a:off x="609600" y="7846821"/>
            <a:ext cx="4937125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BOTTERO </a:t>
            </a:r>
            <a:r>
              <a:rPr kumimoji="0" lang="en" sz="1000" b="0" i="0" u="none" strike="noStrike" kern="1200" cap="none" spc="1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S.p.A. 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- </a:t>
            </a: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All Rights</a:t>
            </a:r>
            <a:r>
              <a:rPr kumimoji="0" lang="en" sz="1000" b="0" i="0" u="none" strike="noStrike" kern="1200" cap="none" spc="-114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 </a:t>
            </a: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Reserved</a:t>
            </a:r>
          </a:p>
        </p:txBody>
      </p:sp>
    </p:spTree>
    <p:extLst>
      <p:ext uri="{BB962C8B-B14F-4D97-AF65-F5344CB8AC3E}">
        <p14:creationId xmlns:p14="http://schemas.microsoft.com/office/powerpoint/2010/main" val="969748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899A3671-F1F4-40B8-9A31-E146AA4FED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29616" cy="8229600"/>
          </a:xfrm>
          <a:prstGeom prst="rect">
            <a:avLst/>
          </a:prstGeom>
        </p:spPr>
      </p:pic>
      <p:sp>
        <p:nvSpPr>
          <p:cNvPr id="3" name="Segnaposto testo 3">
            <a:extLst>
              <a:ext uri="{FF2B5EF4-FFF2-40B4-BE49-F238E27FC236}">
                <a16:creationId xmlns:a16="http://schemas.microsoft.com/office/drawing/2014/main" id="{5BE5E891-9090-486A-B597-87CFFBAABB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685800"/>
            <a:ext cx="8763000" cy="3276611"/>
          </a:xfrm>
          <a:prstGeom prst="rect">
            <a:avLst/>
          </a:prstGeom>
        </p:spPr>
        <p:txBody>
          <a:bodyPr lIns="0" tIns="46800" rIns="0" bIns="0" anchor="b" anchorCtr="0"/>
          <a:lstStyle>
            <a:lvl1pPr marL="0" indent="0" algn="l">
              <a:buNone/>
              <a:defRPr sz="6000" b="1" i="0">
                <a:solidFill>
                  <a:schemeClr val="bg1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</a:t>
            </a:r>
            <a:br>
              <a:rPr lang="it-IT" dirty="0"/>
            </a:br>
            <a:r>
              <a:rPr lang="it-IT" dirty="0"/>
              <a:t>Title</a:t>
            </a:r>
          </a:p>
        </p:txBody>
      </p:sp>
      <p:sp>
        <p:nvSpPr>
          <p:cNvPr id="4" name="Segnaposto testo 17">
            <a:extLst>
              <a:ext uri="{FF2B5EF4-FFF2-40B4-BE49-F238E27FC236}">
                <a16:creationId xmlns:a16="http://schemas.microsoft.com/office/drawing/2014/main" id="{69F437D0-1EB2-41C7-BE0D-253DA2E98E9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4258560"/>
            <a:ext cx="6704999" cy="191363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Presentation </a:t>
            </a:r>
            <a:r>
              <a:rPr lang="it-IT" dirty="0" err="1"/>
              <a:t>Caption</a:t>
            </a:r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99D400F-21D1-49B9-B75D-25B5B127BEE6}"/>
              </a:ext>
            </a:extLst>
          </p:cNvPr>
          <p:cNvSpPr txBox="1"/>
          <p:nvPr userDrawn="1"/>
        </p:nvSpPr>
        <p:spPr>
          <a:xfrm>
            <a:off x="609600" y="7846821"/>
            <a:ext cx="4937125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BOTTERO </a:t>
            </a:r>
            <a:r>
              <a:rPr kumimoji="0" lang="en" sz="1000" b="0" i="0" u="none" strike="noStrike" kern="1200" cap="none" spc="1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S.p.A. 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- </a:t>
            </a: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All Rights</a:t>
            </a:r>
            <a:r>
              <a:rPr kumimoji="0" lang="en" sz="1000" b="0" i="0" u="none" strike="noStrike" kern="1200" cap="none" spc="-114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 </a:t>
            </a: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Reserved</a:t>
            </a:r>
          </a:p>
        </p:txBody>
      </p:sp>
      <p:sp>
        <p:nvSpPr>
          <p:cNvPr id="9" name="Segnaposto immagine 4">
            <a:extLst>
              <a:ext uri="{FF2B5EF4-FFF2-40B4-BE49-F238E27FC236}">
                <a16:creationId xmlns:a16="http://schemas.microsoft.com/office/drawing/2014/main" id="{6AD2C618-092F-44F3-9179-710749ECE8E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677400" y="2232025"/>
            <a:ext cx="4343400" cy="3983038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sull'icona per inserire un'immagine</a:t>
            </a:r>
          </a:p>
        </p:txBody>
      </p:sp>
    </p:spTree>
    <p:extLst>
      <p:ext uri="{BB962C8B-B14F-4D97-AF65-F5344CB8AC3E}">
        <p14:creationId xmlns:p14="http://schemas.microsoft.com/office/powerpoint/2010/main" val="2867118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17">
            <a:extLst>
              <a:ext uri="{FF2B5EF4-FFF2-40B4-BE49-F238E27FC236}">
                <a16:creationId xmlns:a16="http://schemas.microsoft.com/office/drawing/2014/main" id="{653D4134-20BF-47F2-923E-A8AB4D597C0D}"/>
              </a:ext>
            </a:extLst>
          </p:cNvPr>
          <p:cNvSpPr/>
          <p:nvPr userDrawn="1"/>
        </p:nvSpPr>
        <p:spPr>
          <a:xfrm>
            <a:off x="0" y="1219200"/>
            <a:ext cx="14646349" cy="6438900"/>
          </a:xfrm>
          <a:custGeom>
            <a:avLst/>
            <a:gdLst/>
            <a:ahLst/>
            <a:cxnLst/>
            <a:rect l="l" t="t" r="r" b="b"/>
            <a:pathLst>
              <a:path w="14630400" h="6438900">
                <a:moveTo>
                  <a:pt x="0" y="6438900"/>
                </a:moveTo>
                <a:lnTo>
                  <a:pt x="14630400" y="6438900"/>
                </a:lnTo>
                <a:lnTo>
                  <a:pt x="14630400" y="0"/>
                </a:lnTo>
                <a:lnTo>
                  <a:pt x="0" y="0"/>
                </a:lnTo>
                <a:lnTo>
                  <a:pt x="0" y="6438900"/>
                </a:lnTo>
                <a:close/>
              </a:path>
            </a:pathLst>
          </a:custGeom>
          <a:solidFill>
            <a:srgbClr val="0052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Segnaposto testo 7">
            <a:extLst>
              <a:ext uri="{FF2B5EF4-FFF2-40B4-BE49-F238E27FC236}">
                <a16:creationId xmlns:a16="http://schemas.microsoft.com/office/drawing/2014/main" id="{C5371E48-5284-4D7C-8434-9A4D2B6D6DC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1665946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_pa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magine 18">
            <a:extLst>
              <a:ext uri="{FF2B5EF4-FFF2-40B4-BE49-F238E27FC236}">
                <a16:creationId xmlns:a16="http://schemas.microsoft.com/office/drawing/2014/main" id="{8CFF4CAC-EE89-E84D-8094-D9DA1FA9EA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4874" y="0"/>
            <a:ext cx="12674600" cy="8229600"/>
          </a:xfrm>
          <a:prstGeom prst="rect">
            <a:avLst/>
          </a:prstGeom>
        </p:spPr>
      </p:pic>
      <p:sp>
        <p:nvSpPr>
          <p:cNvPr id="6" name="Segnaposto testo 7">
            <a:extLst>
              <a:ext uri="{FF2B5EF4-FFF2-40B4-BE49-F238E27FC236}">
                <a16:creationId xmlns:a16="http://schemas.microsoft.com/office/drawing/2014/main" id="{4D9A9A8A-CD2B-AC40-AB18-77FAB2305C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457200"/>
            <a:ext cx="78486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chemeClr val="bg1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BCA90DF0-B1C9-374D-ABB1-3E295E7FD9F4}"/>
              </a:ext>
            </a:extLst>
          </p:cNvPr>
          <p:cNvSpPr txBox="1"/>
          <p:nvPr userDrawn="1"/>
        </p:nvSpPr>
        <p:spPr>
          <a:xfrm>
            <a:off x="609600" y="7846821"/>
            <a:ext cx="4937125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BOTTERO </a:t>
            </a:r>
            <a:r>
              <a:rPr kumimoji="0" lang="en" sz="1000" b="0" i="0" u="none" strike="noStrike" kern="1200" cap="none" spc="1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S.p.A. 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- </a:t>
            </a: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All Rights</a:t>
            </a:r>
            <a:r>
              <a:rPr kumimoji="0" lang="en" sz="1000" b="0" i="0" u="none" strike="noStrike" kern="1200" cap="none" spc="-114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 </a:t>
            </a: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Reserved</a:t>
            </a:r>
          </a:p>
        </p:txBody>
      </p:sp>
      <p:sp>
        <p:nvSpPr>
          <p:cNvPr id="37" name="object 5">
            <a:extLst>
              <a:ext uri="{FF2B5EF4-FFF2-40B4-BE49-F238E27FC236}">
                <a16:creationId xmlns:a16="http://schemas.microsoft.com/office/drawing/2014/main" id="{2F0972EA-A86F-D74E-9399-F34A0A63EAD9}"/>
              </a:ext>
            </a:extLst>
          </p:cNvPr>
          <p:cNvSpPr txBox="1"/>
          <p:nvPr userDrawn="1"/>
        </p:nvSpPr>
        <p:spPr>
          <a:xfrm>
            <a:off x="609600" y="5181600"/>
            <a:ext cx="2133600" cy="22178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9685" lvl="0">
              <a:lnSpc>
                <a:spcPct val="111100"/>
              </a:lnSpc>
              <a:spcBef>
                <a:spcPts val="100"/>
              </a:spcBef>
            </a:pPr>
            <a:r>
              <a:rPr lang="en" sz="1000" spc="-5" dirty="0">
                <a:solidFill>
                  <a:srgbClr val="FFFFFF"/>
                </a:solidFill>
                <a:latin typeface="Libre Franklin Light"/>
                <a:cs typeface="Libre Franklin Light"/>
              </a:rPr>
              <a:t>This presentation </a:t>
            </a:r>
            <a:r>
              <a:rPr lang="en" sz="1000" dirty="0">
                <a:solidFill>
                  <a:srgbClr val="FFFFFF"/>
                </a:solidFill>
                <a:latin typeface="Libre Franklin Light"/>
                <a:cs typeface="Libre Franklin Light"/>
              </a:rPr>
              <a:t>has been </a:t>
            </a:r>
            <a:r>
              <a:rPr lang="en" sz="1000" spc="-5" dirty="0">
                <a:solidFill>
                  <a:srgbClr val="FFFFFF"/>
                </a:solidFill>
                <a:latin typeface="Libre Franklin Light"/>
                <a:cs typeface="Libre Franklin Light"/>
              </a:rPr>
              <a:t>prepared </a:t>
            </a:r>
            <a:r>
              <a:rPr lang="en" sz="1000" spc="-10" dirty="0">
                <a:solidFill>
                  <a:srgbClr val="FFFFFF"/>
                </a:solidFill>
                <a:latin typeface="Libre Franklin Light"/>
                <a:cs typeface="Libre Franklin Light"/>
              </a:rPr>
              <a:t>for</a:t>
            </a:r>
            <a:r>
              <a:rPr lang="en" sz="1000" spc="-114" dirty="0">
                <a:solidFill>
                  <a:srgbClr val="FFFFFF"/>
                </a:solidFill>
                <a:latin typeface="Libre Franklin Light"/>
                <a:cs typeface="Libre Franklin Light"/>
              </a:rPr>
              <a:t> </a:t>
            </a:r>
            <a:r>
              <a:rPr lang="en" sz="1000" spc="-5" dirty="0">
                <a:solidFill>
                  <a:srgbClr val="FFFFFF"/>
                </a:solidFill>
                <a:latin typeface="Libre Franklin Light"/>
                <a:cs typeface="Libre Franklin Light"/>
              </a:rPr>
              <a:t>information  purposes only </a:t>
            </a:r>
            <a:r>
              <a:rPr lang="en" sz="1000" dirty="0">
                <a:solidFill>
                  <a:srgbClr val="FFFFFF"/>
                </a:solidFill>
                <a:latin typeface="Libre Franklin Light"/>
                <a:cs typeface="Libre Franklin Light"/>
              </a:rPr>
              <a:t>and </a:t>
            </a:r>
            <a:r>
              <a:rPr lang="en" sz="1000" spc="-5" dirty="0">
                <a:solidFill>
                  <a:srgbClr val="FFFFFF"/>
                </a:solidFill>
                <a:latin typeface="Libre Franklin Light"/>
                <a:cs typeface="Libre Franklin Light"/>
              </a:rPr>
              <a:t>all descriptions, examples </a:t>
            </a:r>
            <a:r>
              <a:rPr lang="en" sz="1000" dirty="0">
                <a:solidFill>
                  <a:srgbClr val="FFFFFF"/>
                </a:solidFill>
                <a:latin typeface="Libre Franklin Light"/>
                <a:cs typeface="Libre Franklin Light"/>
              </a:rPr>
              <a:t>and  </a:t>
            </a:r>
            <a:r>
              <a:rPr lang="en" sz="1000" spc="-5" dirty="0">
                <a:solidFill>
                  <a:srgbClr val="FFFFFF"/>
                </a:solidFill>
                <a:latin typeface="Libre Franklin Light"/>
                <a:cs typeface="Libre Franklin Light"/>
              </a:rPr>
              <a:t>calculations are included in this presentation </a:t>
            </a:r>
            <a:r>
              <a:rPr lang="en" sz="1000" spc="-10" dirty="0">
                <a:solidFill>
                  <a:srgbClr val="FFFFFF"/>
                </a:solidFill>
                <a:latin typeface="Libre Franklin Light"/>
                <a:cs typeface="Libre Franklin Light"/>
              </a:rPr>
              <a:t>for  </a:t>
            </a:r>
            <a:r>
              <a:rPr lang="en" sz="1000" spc="-5" dirty="0">
                <a:solidFill>
                  <a:srgbClr val="FFFFFF"/>
                </a:solidFill>
                <a:latin typeface="Libre Franklin Light"/>
                <a:cs typeface="Libre Franklin Light"/>
              </a:rPr>
              <a:t>illustration </a:t>
            </a:r>
            <a:r>
              <a:rPr lang="en" sz="1000" dirty="0">
                <a:solidFill>
                  <a:srgbClr val="FFFFFF"/>
                </a:solidFill>
                <a:latin typeface="Libre Franklin Light"/>
                <a:cs typeface="Libre Franklin Light"/>
              </a:rPr>
              <a:t>purposes</a:t>
            </a:r>
            <a:r>
              <a:rPr lang="en" sz="1000" spc="-40" dirty="0">
                <a:solidFill>
                  <a:srgbClr val="FFFFFF"/>
                </a:solidFill>
                <a:latin typeface="Libre Franklin Light"/>
                <a:cs typeface="Libre Franklin Light"/>
              </a:rPr>
              <a:t> </a:t>
            </a:r>
            <a:r>
              <a:rPr lang="en" sz="1000" spc="-10" dirty="0">
                <a:solidFill>
                  <a:srgbClr val="FFFFFF"/>
                </a:solidFill>
                <a:latin typeface="Libre Franklin Light"/>
                <a:cs typeface="Libre Franklin Light"/>
              </a:rPr>
              <a:t>only.</a:t>
            </a:r>
            <a:endParaRPr lang="en" sz="1000" dirty="0">
              <a:solidFill>
                <a:prstClr val="black"/>
              </a:solidFill>
              <a:latin typeface="Libre Franklin Light"/>
              <a:cs typeface="Libre Franklin Light"/>
            </a:endParaRPr>
          </a:p>
          <a:p>
            <a:pPr lvl="0">
              <a:spcBef>
                <a:spcPts val="50"/>
              </a:spcBef>
            </a:pPr>
            <a:endParaRPr lang="en" sz="10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 lvl="0">
              <a:lnSpc>
                <a:spcPct val="111100"/>
              </a:lnSpc>
            </a:pPr>
            <a:r>
              <a:rPr lang="en" sz="1000" dirty="0">
                <a:solidFill>
                  <a:srgbClr val="FFFFFF"/>
                </a:solidFill>
                <a:latin typeface="Libre Franklin Light"/>
                <a:cs typeface="Libre Franklin Light"/>
              </a:rPr>
              <a:t>The </a:t>
            </a:r>
            <a:r>
              <a:rPr lang="en" sz="1000" spc="-5" dirty="0">
                <a:solidFill>
                  <a:srgbClr val="FFFFFF"/>
                </a:solidFill>
                <a:latin typeface="Libre Franklin Light"/>
                <a:cs typeface="Libre Franklin Light"/>
              </a:rPr>
              <a:t>Company </a:t>
            </a:r>
            <a:r>
              <a:rPr lang="en" sz="1000" dirty="0">
                <a:solidFill>
                  <a:srgbClr val="FFFFFF"/>
                </a:solidFill>
                <a:latin typeface="Libre Franklin Light"/>
                <a:cs typeface="Libre Franklin Light"/>
              </a:rPr>
              <a:t>does </a:t>
            </a:r>
            <a:r>
              <a:rPr lang="en" sz="1000" spc="-10" dirty="0">
                <a:solidFill>
                  <a:srgbClr val="FFFFFF"/>
                </a:solidFill>
                <a:latin typeface="Libre Franklin Light"/>
                <a:cs typeface="Libre Franklin Light"/>
              </a:rPr>
              <a:t>not </a:t>
            </a:r>
            <a:r>
              <a:rPr lang="en" sz="1000" dirty="0">
                <a:solidFill>
                  <a:srgbClr val="FFFFFF"/>
                </a:solidFill>
                <a:latin typeface="Libre Franklin Light"/>
                <a:cs typeface="Libre Franklin Light"/>
              </a:rPr>
              <a:t>undertake </a:t>
            </a:r>
            <a:r>
              <a:rPr lang="en" sz="1000" spc="-5" dirty="0">
                <a:solidFill>
                  <a:srgbClr val="FFFFFF"/>
                </a:solidFill>
                <a:latin typeface="Libre Franklin Light"/>
                <a:cs typeface="Libre Franklin Light"/>
              </a:rPr>
              <a:t>any obligation </a:t>
            </a:r>
            <a:r>
              <a:rPr lang="en" sz="1000" spc="-10" dirty="0">
                <a:solidFill>
                  <a:srgbClr val="FFFFFF"/>
                </a:solidFill>
                <a:latin typeface="Libre Franklin Light"/>
                <a:cs typeface="Libre Franklin Light"/>
              </a:rPr>
              <a:t>to  update </a:t>
            </a:r>
            <a:r>
              <a:rPr lang="en" sz="1000" dirty="0">
                <a:solidFill>
                  <a:srgbClr val="FFFFFF"/>
                </a:solidFill>
                <a:latin typeface="Libre Franklin Light"/>
                <a:cs typeface="Libre Franklin Light"/>
              </a:rPr>
              <a:t>or </a:t>
            </a:r>
            <a:r>
              <a:rPr lang="en" sz="1000" spc="-10" dirty="0">
                <a:solidFill>
                  <a:srgbClr val="FFFFFF"/>
                </a:solidFill>
                <a:latin typeface="Libre Franklin Light"/>
                <a:cs typeface="Libre Franklin Light"/>
              </a:rPr>
              <a:t>revise </a:t>
            </a:r>
            <a:r>
              <a:rPr lang="en" sz="1000" spc="-5" dirty="0">
                <a:solidFill>
                  <a:srgbClr val="FFFFFF"/>
                </a:solidFill>
                <a:latin typeface="Libre Franklin Light"/>
                <a:cs typeface="Libre Franklin Light"/>
              </a:rPr>
              <a:t>any statements </a:t>
            </a:r>
            <a:r>
              <a:rPr lang="en" sz="1000" dirty="0">
                <a:solidFill>
                  <a:srgbClr val="FFFFFF"/>
                </a:solidFill>
                <a:latin typeface="Libre Franklin Light"/>
                <a:cs typeface="Libre Franklin Light"/>
              </a:rPr>
              <a:t>contained </a:t>
            </a:r>
            <a:r>
              <a:rPr lang="en" sz="1000" spc="-5" dirty="0">
                <a:solidFill>
                  <a:srgbClr val="FFFFFF"/>
                </a:solidFill>
                <a:latin typeface="Libre Franklin Light"/>
                <a:cs typeface="Libre Franklin Light"/>
              </a:rPr>
              <a:t>in this  presentation, whether </a:t>
            </a:r>
            <a:r>
              <a:rPr lang="en" sz="1000" dirty="0">
                <a:solidFill>
                  <a:srgbClr val="FFFFFF"/>
                </a:solidFill>
                <a:latin typeface="Libre Franklin Light"/>
                <a:cs typeface="Libre Franklin Light"/>
              </a:rPr>
              <a:t>as a </a:t>
            </a:r>
            <a:r>
              <a:rPr lang="en" sz="1000" spc="-5" dirty="0">
                <a:solidFill>
                  <a:srgbClr val="FFFFFF"/>
                </a:solidFill>
                <a:latin typeface="Libre Franklin Light"/>
                <a:cs typeface="Libre Franklin Light"/>
              </a:rPr>
              <a:t>result </a:t>
            </a:r>
            <a:r>
              <a:rPr lang="en" sz="1000" spc="-10" dirty="0">
                <a:solidFill>
                  <a:srgbClr val="FFFFFF"/>
                </a:solidFill>
                <a:latin typeface="Libre Franklin Light"/>
                <a:cs typeface="Libre Franklin Light"/>
              </a:rPr>
              <a:t>of </a:t>
            </a:r>
            <a:r>
              <a:rPr lang="en" sz="1000" spc="-5" dirty="0">
                <a:solidFill>
                  <a:srgbClr val="FFFFFF"/>
                </a:solidFill>
                <a:latin typeface="Libre Franklin Light"/>
                <a:cs typeface="Libre Franklin Light"/>
              </a:rPr>
              <a:t>new</a:t>
            </a:r>
            <a:r>
              <a:rPr lang="en" sz="1000" spc="-125" dirty="0">
                <a:solidFill>
                  <a:srgbClr val="FFFFFF"/>
                </a:solidFill>
                <a:latin typeface="Libre Franklin Light"/>
                <a:cs typeface="Libre Franklin Light"/>
              </a:rPr>
              <a:t> </a:t>
            </a:r>
            <a:r>
              <a:rPr lang="en" sz="1000" spc="-5" dirty="0">
                <a:solidFill>
                  <a:srgbClr val="FFFFFF"/>
                </a:solidFill>
                <a:latin typeface="Libre Franklin Light"/>
                <a:cs typeface="Libre Franklin Light"/>
              </a:rPr>
              <a:t>information,  future </a:t>
            </a:r>
            <a:r>
              <a:rPr lang="en" sz="1000" spc="-10" dirty="0">
                <a:solidFill>
                  <a:srgbClr val="FFFFFF"/>
                </a:solidFill>
                <a:latin typeface="Libre Franklin Light"/>
                <a:cs typeface="Libre Franklin Light"/>
              </a:rPr>
              <a:t>events </a:t>
            </a:r>
            <a:r>
              <a:rPr lang="en" sz="1000" dirty="0">
                <a:solidFill>
                  <a:srgbClr val="FFFFFF"/>
                </a:solidFill>
                <a:latin typeface="Libre Franklin Light"/>
                <a:cs typeface="Libre Franklin Light"/>
              </a:rPr>
              <a:t>or</a:t>
            </a:r>
            <a:r>
              <a:rPr lang="en" sz="1000" spc="-50" dirty="0">
                <a:solidFill>
                  <a:srgbClr val="FFFFFF"/>
                </a:solidFill>
                <a:latin typeface="Libre Franklin Light"/>
                <a:cs typeface="Libre Franklin Light"/>
              </a:rPr>
              <a:t> </a:t>
            </a:r>
            <a:r>
              <a:rPr lang="en" sz="1000" spc="-5" dirty="0">
                <a:solidFill>
                  <a:srgbClr val="FFFFFF"/>
                </a:solidFill>
                <a:latin typeface="Libre Franklin Light"/>
                <a:cs typeface="Libre Franklin Light"/>
              </a:rPr>
              <a:t>otherwise.</a:t>
            </a:r>
            <a:endParaRPr lang="en" sz="1000" dirty="0">
              <a:solidFill>
                <a:prstClr val="black"/>
              </a:solidFill>
              <a:latin typeface="Libre Franklin Light"/>
              <a:cs typeface="Libre Franklin Light"/>
            </a:endParaRPr>
          </a:p>
        </p:txBody>
      </p:sp>
      <p:sp>
        <p:nvSpPr>
          <p:cNvPr id="40" name="Segnaposto testo 4">
            <a:extLst>
              <a:ext uri="{FF2B5EF4-FFF2-40B4-BE49-F238E27FC236}">
                <a16:creationId xmlns:a16="http://schemas.microsoft.com/office/drawing/2014/main" id="{EC783C9D-88F1-B248-B5B2-03B316DF7F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53000" y="3657600"/>
            <a:ext cx="4724400" cy="9652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6000" b="1" i="0">
                <a:solidFill>
                  <a:schemeClr val="bg1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Thank</a:t>
            </a:r>
            <a:r>
              <a:rPr lang="it-IT" dirty="0"/>
              <a:t> </a:t>
            </a:r>
            <a:r>
              <a:rPr lang="it-IT" dirty="0" err="1"/>
              <a:t>you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3293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1636553F-D81A-D948-8CFE-774859F963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  <p:sp>
        <p:nvSpPr>
          <p:cNvPr id="24" name="Segnaposto immagine 3">
            <a:extLst>
              <a:ext uri="{FF2B5EF4-FFF2-40B4-BE49-F238E27FC236}">
                <a16:creationId xmlns:a16="http://schemas.microsoft.com/office/drawing/2014/main" id="{19E8F567-3E3F-D341-BF82-81063420AC0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4267200"/>
            <a:ext cx="13411200" cy="3360738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 dirty="0"/>
          </a:p>
        </p:txBody>
      </p:sp>
      <p:sp>
        <p:nvSpPr>
          <p:cNvPr id="29" name="Segnaposto testo 17">
            <a:extLst>
              <a:ext uri="{FF2B5EF4-FFF2-40B4-BE49-F238E27FC236}">
                <a16:creationId xmlns:a16="http://schemas.microsoft.com/office/drawing/2014/main" id="{A0929908-EF97-8340-8F5D-F8CC51ECC6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4304" y="2711526"/>
            <a:ext cx="13411200" cy="12508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</a:t>
            </a:r>
          </a:p>
        </p:txBody>
      </p:sp>
      <p:sp>
        <p:nvSpPr>
          <p:cNvPr id="31" name="Segnaposto testo 5">
            <a:extLst>
              <a:ext uri="{FF2B5EF4-FFF2-40B4-BE49-F238E27FC236}">
                <a16:creationId xmlns:a16="http://schemas.microsoft.com/office/drawing/2014/main" id="{56670C56-FA13-2F41-8301-616EF8C1ED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3505" y="2084387"/>
            <a:ext cx="4343400" cy="582613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buNone/>
              <a:defRPr sz="22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Title</a:t>
            </a:r>
          </a:p>
        </p:txBody>
      </p:sp>
      <p:sp>
        <p:nvSpPr>
          <p:cNvPr id="11" name="Segnaposto testo 10">
            <a:extLst>
              <a:ext uri="{FF2B5EF4-FFF2-40B4-BE49-F238E27FC236}">
                <a16:creationId xmlns:a16="http://schemas.microsoft.com/office/drawing/2014/main" id="{E39DA969-5090-4C5C-838B-9151DC687D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1447800"/>
            <a:ext cx="7924800" cy="6365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600" b="1" spc="-90" baseline="0">
                <a:solidFill>
                  <a:schemeClr val="tx2"/>
                </a:solidFill>
                <a:latin typeface="Libre Franklin" panose="00000800000000000000" pitchFamily="2" charset="0"/>
              </a:defRPr>
            </a:lvl1pPr>
            <a:lvl2pPr>
              <a:defRPr sz="3600" b="1">
                <a:solidFill>
                  <a:srgbClr val="006695"/>
                </a:solidFill>
                <a:latin typeface="Libre Franklin" panose="00000800000000000000" pitchFamily="2" charset="0"/>
              </a:defRPr>
            </a:lvl2pPr>
            <a:lvl3pPr>
              <a:defRPr sz="3600" b="1">
                <a:solidFill>
                  <a:srgbClr val="006695"/>
                </a:solidFill>
                <a:latin typeface="Libre Franklin" panose="00000800000000000000" pitchFamily="2" charset="0"/>
              </a:defRPr>
            </a:lvl3pPr>
            <a:lvl4pPr>
              <a:defRPr sz="3600" b="1">
                <a:solidFill>
                  <a:srgbClr val="006695"/>
                </a:solidFill>
                <a:latin typeface="Libre Franklin" panose="00000800000000000000" pitchFamily="2" charset="0"/>
              </a:defRPr>
            </a:lvl4pPr>
            <a:lvl5pPr>
              <a:defRPr sz="3600" b="1">
                <a:solidFill>
                  <a:srgbClr val="006695"/>
                </a:solidFill>
                <a:latin typeface="Libre Franklin" panose="00000800000000000000" pitchFamily="2" charset="0"/>
              </a:defRPr>
            </a:lvl5pPr>
          </a:lstStyle>
          <a:p>
            <a:pPr lvl="0"/>
            <a:r>
              <a:rPr lang="it-IT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352016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stroA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egnaposto immagine 15">
            <a:extLst>
              <a:ext uri="{FF2B5EF4-FFF2-40B4-BE49-F238E27FC236}">
                <a16:creationId xmlns:a16="http://schemas.microsoft.com/office/drawing/2014/main" id="{31EA323E-9924-9B4E-8031-B922137E3B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D6D6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52960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egnaposto testo 13">
            <a:extLst>
              <a:ext uri="{FF2B5EF4-FFF2-40B4-BE49-F238E27FC236}">
                <a16:creationId xmlns:a16="http://schemas.microsoft.com/office/drawing/2014/main" id="{48F6F462-FC12-D240-B7BF-7BE4EEDB2D5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3581400"/>
            <a:ext cx="6689124" cy="533400"/>
          </a:xfrm>
          <a:prstGeom prst="rect">
            <a:avLst/>
          </a:prstGeom>
        </p:spPr>
        <p:txBody>
          <a:bodyPr lIns="0" tIns="0" rIns="0" bIns="0"/>
          <a:lstStyle>
            <a:lvl1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800" b="1" i="0">
                <a:solidFill>
                  <a:schemeClr val="tx2"/>
                </a:solidFill>
                <a:latin typeface="Libre Franklin" pitchFamily="2" charset="77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600" b="1" i="0" u="none" strike="noStrike" kern="0" cap="none" spc="-114" normalizeH="0" baseline="0" noProof="0" dirty="0">
                <a:ln>
                  <a:noFill/>
                </a:ln>
                <a:solidFill>
                  <a:srgbClr val="005283"/>
                </a:solidFill>
                <a:effectLst/>
                <a:uLnTx/>
                <a:uFillTx/>
                <a:latin typeface="Libre Franklin" panose="00000500000000000000" pitchFamily="2" charset="0"/>
                <a:ea typeface="+mn-ea"/>
                <a:cs typeface="+mn-cs"/>
              </a:rPr>
              <a:t>Slide Title</a:t>
            </a:r>
            <a:endParaRPr kumimoji="0" lang="it-IT" sz="36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ibre Franklin" panose="00000500000000000000" pitchFamily="2" charset="0"/>
              <a:ea typeface="+mn-ea"/>
              <a:cs typeface="+mn-cs"/>
            </a:endParaRPr>
          </a:p>
        </p:txBody>
      </p:sp>
      <p:sp>
        <p:nvSpPr>
          <p:cNvPr id="18" name="Segnaposto testo 17">
            <a:extLst>
              <a:ext uri="{FF2B5EF4-FFF2-40B4-BE49-F238E27FC236}">
                <a16:creationId xmlns:a16="http://schemas.microsoft.com/office/drawing/2014/main" id="{90B5BC9E-CBBF-7543-97BD-176713728AE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4408145"/>
            <a:ext cx="6689124" cy="106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Body: </a:t>
            </a:r>
            <a:r>
              <a:rPr lang="it-IT" dirty="0" err="1"/>
              <a:t>you</a:t>
            </a:r>
            <a:r>
              <a:rPr lang="it-IT" dirty="0"/>
              <a:t> can use the </a:t>
            </a:r>
            <a:r>
              <a:rPr lang="it-IT" dirty="0" err="1"/>
              <a:t>different</a:t>
            </a:r>
            <a:r>
              <a:rPr lang="it-IT" dirty="0"/>
              <a:t> Bottero Colors</a:t>
            </a:r>
          </a:p>
        </p:txBody>
      </p:sp>
      <p:sp>
        <p:nvSpPr>
          <p:cNvPr id="23" name="Segnaposto immagine 20">
            <a:extLst>
              <a:ext uri="{FF2B5EF4-FFF2-40B4-BE49-F238E27FC236}">
                <a16:creationId xmlns:a16="http://schemas.microsoft.com/office/drawing/2014/main" id="{DFC0A1BE-0972-4443-8990-DA7EC556CE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00" y="1220788"/>
            <a:ext cx="6721475" cy="640715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 dirty="0"/>
          </a:p>
        </p:txBody>
      </p:sp>
      <p:sp>
        <p:nvSpPr>
          <p:cNvPr id="7" name="Segnaposto testo 7">
            <a:extLst>
              <a:ext uri="{FF2B5EF4-FFF2-40B4-BE49-F238E27FC236}">
                <a16:creationId xmlns:a16="http://schemas.microsoft.com/office/drawing/2014/main" id="{393A321D-69B1-4412-8496-C43EE04D41C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15064725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egnaposto immagine 20">
            <a:extLst>
              <a:ext uri="{FF2B5EF4-FFF2-40B4-BE49-F238E27FC236}">
                <a16:creationId xmlns:a16="http://schemas.microsoft.com/office/drawing/2014/main" id="{DFC0A1BE-0972-4443-8990-DA7EC556CE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1" y="1220788"/>
            <a:ext cx="4337304" cy="640715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 dirty="0"/>
          </a:p>
        </p:txBody>
      </p:sp>
      <p:sp>
        <p:nvSpPr>
          <p:cNvPr id="11" name="Segnaposto testo 13">
            <a:extLst>
              <a:ext uri="{FF2B5EF4-FFF2-40B4-BE49-F238E27FC236}">
                <a16:creationId xmlns:a16="http://schemas.microsoft.com/office/drawing/2014/main" id="{83004D6E-20EC-FD4F-B5E3-584285ACC3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05399" y="3581400"/>
            <a:ext cx="8915597" cy="533400"/>
          </a:xfrm>
          <a:prstGeom prst="rect">
            <a:avLst/>
          </a:prstGeom>
        </p:spPr>
        <p:txBody>
          <a:bodyPr lIns="0" tIns="0" rIns="0" bIns="0"/>
          <a:lstStyle>
            <a:lvl1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800" b="1" i="0">
                <a:solidFill>
                  <a:schemeClr val="tx2"/>
                </a:solidFill>
                <a:latin typeface="Libre Franklin" pitchFamily="2" charset="77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600" b="1" i="0" u="none" strike="noStrike" kern="0" cap="none" spc="-114" normalizeH="0" baseline="0" noProof="0" dirty="0">
                <a:ln>
                  <a:noFill/>
                </a:ln>
                <a:solidFill>
                  <a:srgbClr val="005283"/>
                </a:solidFill>
                <a:effectLst/>
                <a:uLnTx/>
                <a:uFillTx/>
                <a:latin typeface="Libre Franklin" panose="00000500000000000000" pitchFamily="2" charset="0"/>
                <a:ea typeface="+mn-ea"/>
                <a:cs typeface="+mn-cs"/>
              </a:rPr>
              <a:t>Slide Title</a:t>
            </a:r>
            <a:endParaRPr kumimoji="0" lang="it-IT" sz="36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ibre Franklin" panose="00000500000000000000" pitchFamily="2" charset="0"/>
              <a:ea typeface="+mn-ea"/>
              <a:cs typeface="+mn-cs"/>
            </a:endParaRPr>
          </a:p>
        </p:txBody>
      </p:sp>
      <p:sp>
        <p:nvSpPr>
          <p:cNvPr id="13" name="Segnaposto testo 17">
            <a:extLst>
              <a:ext uri="{FF2B5EF4-FFF2-40B4-BE49-F238E27FC236}">
                <a16:creationId xmlns:a16="http://schemas.microsoft.com/office/drawing/2014/main" id="{4A9A4D87-3817-154B-8E12-E670651657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06001" y="4408145"/>
            <a:ext cx="8914798" cy="106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Body: </a:t>
            </a:r>
            <a:r>
              <a:rPr lang="it-IT" dirty="0" err="1"/>
              <a:t>you</a:t>
            </a:r>
            <a:r>
              <a:rPr lang="it-IT" dirty="0"/>
              <a:t> can use the </a:t>
            </a:r>
            <a:r>
              <a:rPr lang="it-IT" dirty="0" err="1"/>
              <a:t>different</a:t>
            </a:r>
            <a:r>
              <a:rPr lang="it-IT" dirty="0"/>
              <a:t> Bottero Colors</a:t>
            </a:r>
          </a:p>
        </p:txBody>
      </p:sp>
      <p:sp>
        <p:nvSpPr>
          <p:cNvPr id="7" name="Segnaposto testo 7">
            <a:extLst>
              <a:ext uri="{FF2B5EF4-FFF2-40B4-BE49-F238E27FC236}">
                <a16:creationId xmlns:a16="http://schemas.microsoft.com/office/drawing/2014/main" id="{FF023476-98C7-4CC7-A602-4125878FBD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1553811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egnaposto testo 3">
            <a:extLst>
              <a:ext uri="{FF2B5EF4-FFF2-40B4-BE49-F238E27FC236}">
                <a16:creationId xmlns:a16="http://schemas.microsoft.com/office/drawing/2014/main" id="{5726EE46-FC6E-4949-B621-C876BE68D95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76600" y="1600200"/>
            <a:ext cx="8077200" cy="1371600"/>
          </a:xfrm>
          <a:prstGeom prst="rect">
            <a:avLst/>
          </a:prstGeom>
        </p:spPr>
        <p:txBody>
          <a:bodyPr lIns="0" tIns="46800" rIns="0" bIns="46800" anchor="ctr" anchorCtr="0"/>
          <a:lstStyle>
            <a:lvl1pPr marL="0" indent="0" algn="ctr">
              <a:buNone/>
              <a:defRPr sz="90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Title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BA4C7C3E-6ACC-E143-A250-0EE1C16EBF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379787"/>
            <a:ext cx="4343400" cy="58261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6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Title</a:t>
            </a:r>
          </a:p>
        </p:txBody>
      </p:sp>
      <p:sp>
        <p:nvSpPr>
          <p:cNvPr id="22" name="Segnaposto testo 5">
            <a:extLst>
              <a:ext uri="{FF2B5EF4-FFF2-40B4-BE49-F238E27FC236}">
                <a16:creationId xmlns:a16="http://schemas.microsoft.com/office/drawing/2014/main" id="{923C7CE9-0ABA-D744-B4D7-177FF2266A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39531" y="3379787"/>
            <a:ext cx="4385463" cy="58261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6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Title</a:t>
            </a:r>
          </a:p>
        </p:txBody>
      </p:sp>
      <p:sp>
        <p:nvSpPr>
          <p:cNvPr id="24" name="Segnaposto testo 5">
            <a:extLst>
              <a:ext uri="{FF2B5EF4-FFF2-40B4-BE49-F238E27FC236}">
                <a16:creationId xmlns:a16="http://schemas.microsoft.com/office/drawing/2014/main" id="{97E11054-0766-9E46-BE85-7BB1D8C47C2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691816" y="3379787"/>
            <a:ext cx="4343400" cy="58261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6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Title</a:t>
            </a:r>
          </a:p>
        </p:txBody>
      </p:sp>
      <p:sp>
        <p:nvSpPr>
          <p:cNvPr id="25" name="Segnaposto testo 24">
            <a:extLst>
              <a:ext uri="{FF2B5EF4-FFF2-40B4-BE49-F238E27FC236}">
                <a16:creationId xmlns:a16="http://schemas.microsoft.com/office/drawing/2014/main" id="{A9F284A3-0839-4D44-A01D-E46B6CA099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1663" y="4118919"/>
            <a:ext cx="4351337" cy="2154238"/>
          </a:xfrm>
          <a:prstGeom prst="rect">
            <a:avLst/>
          </a:prstGeom>
        </p:spPr>
        <p:txBody>
          <a:bodyPr lIns="108000" tIns="0" rIns="108000" bIns="0"/>
          <a:lstStyle>
            <a:lvl1pPr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26" name="Segnaposto testo 24">
            <a:extLst>
              <a:ext uri="{FF2B5EF4-FFF2-40B4-BE49-F238E27FC236}">
                <a16:creationId xmlns:a16="http://schemas.microsoft.com/office/drawing/2014/main" id="{8996FA11-031F-7F4C-A177-4F6E8745C70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27626" y="4118919"/>
            <a:ext cx="4397366" cy="2154238"/>
          </a:xfrm>
          <a:prstGeom prst="rect">
            <a:avLst/>
          </a:prstGeom>
        </p:spPr>
        <p:txBody>
          <a:bodyPr lIns="108000" tIns="0" rIns="108000" bIns="0"/>
          <a:lstStyle>
            <a:lvl1pPr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27" name="Segnaposto testo 24">
            <a:extLst>
              <a:ext uri="{FF2B5EF4-FFF2-40B4-BE49-F238E27FC236}">
                <a16:creationId xmlns:a16="http://schemas.microsoft.com/office/drawing/2014/main" id="{EC61B3DD-C09B-5B49-8B49-8ACD5651270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87847" y="4114800"/>
            <a:ext cx="4351337" cy="2154238"/>
          </a:xfrm>
          <a:prstGeom prst="rect">
            <a:avLst/>
          </a:prstGeom>
        </p:spPr>
        <p:txBody>
          <a:bodyPr lIns="108000" tIns="0" rIns="108000" bIns="0"/>
          <a:lstStyle>
            <a:lvl1pPr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cxnSp>
        <p:nvCxnSpPr>
          <p:cNvPr id="31" name="Connettore 1 30">
            <a:extLst>
              <a:ext uri="{FF2B5EF4-FFF2-40B4-BE49-F238E27FC236}">
                <a16:creationId xmlns:a16="http://schemas.microsoft.com/office/drawing/2014/main" id="{F38D7793-B2AA-344D-B7B9-86ADB2919D7E}"/>
              </a:ext>
            </a:extLst>
          </p:cNvPr>
          <p:cNvCxnSpPr/>
          <p:nvPr userDrawn="1"/>
        </p:nvCxnSpPr>
        <p:spPr>
          <a:xfrm>
            <a:off x="5029200" y="3379787"/>
            <a:ext cx="0" cy="2889251"/>
          </a:xfrm>
          <a:prstGeom prst="line">
            <a:avLst/>
          </a:prstGeom>
          <a:ln w="6350">
            <a:solidFill>
              <a:srgbClr val="6A6A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ttore 1 31">
            <a:extLst>
              <a:ext uri="{FF2B5EF4-FFF2-40B4-BE49-F238E27FC236}">
                <a16:creationId xmlns:a16="http://schemas.microsoft.com/office/drawing/2014/main" id="{8C2D39A0-8333-154B-973C-323E1B492426}"/>
              </a:ext>
            </a:extLst>
          </p:cNvPr>
          <p:cNvCxnSpPr/>
          <p:nvPr userDrawn="1"/>
        </p:nvCxnSpPr>
        <p:spPr>
          <a:xfrm>
            <a:off x="9601200" y="3379787"/>
            <a:ext cx="0" cy="2889251"/>
          </a:xfrm>
          <a:prstGeom prst="line">
            <a:avLst/>
          </a:prstGeom>
          <a:ln w="6350">
            <a:solidFill>
              <a:srgbClr val="6A6A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egnaposto testo 7">
            <a:extLst>
              <a:ext uri="{FF2B5EF4-FFF2-40B4-BE49-F238E27FC236}">
                <a16:creationId xmlns:a16="http://schemas.microsoft.com/office/drawing/2014/main" id="{31D03C4A-9506-4692-AB6E-30978F4A2D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3573789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egnaposto testo 3">
            <a:extLst>
              <a:ext uri="{FF2B5EF4-FFF2-40B4-BE49-F238E27FC236}">
                <a16:creationId xmlns:a16="http://schemas.microsoft.com/office/drawing/2014/main" id="{5726EE46-FC6E-4949-B621-C876BE68D95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76600" y="1600200"/>
            <a:ext cx="8077200" cy="1371600"/>
          </a:xfrm>
          <a:prstGeom prst="rect">
            <a:avLst/>
          </a:prstGeom>
        </p:spPr>
        <p:txBody>
          <a:bodyPr lIns="0" tIns="46800" rIns="0" bIns="46800" anchor="ctr" anchorCtr="0"/>
          <a:lstStyle>
            <a:lvl1pPr marL="0" indent="0" algn="ctr">
              <a:buNone/>
              <a:defRPr sz="90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Title</a:t>
            </a:r>
          </a:p>
        </p:txBody>
      </p:sp>
      <p:sp>
        <p:nvSpPr>
          <p:cNvPr id="14" name="Segnaposto testo 3">
            <a:extLst>
              <a:ext uri="{FF2B5EF4-FFF2-40B4-BE49-F238E27FC236}">
                <a16:creationId xmlns:a16="http://schemas.microsoft.com/office/drawing/2014/main" id="{80ECDEBC-BA5F-0C44-9AC2-423A6C6041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76600" y="3367595"/>
            <a:ext cx="8077200" cy="3852356"/>
          </a:xfrm>
          <a:prstGeom prst="rect">
            <a:avLst/>
          </a:prstGeom>
        </p:spPr>
        <p:txBody>
          <a:bodyPr lIns="0" tIns="46800" rIns="0" bIns="46800" anchor="ctr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8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 err="1"/>
              <a:t>Paragraph</a:t>
            </a:r>
            <a:r>
              <a:rPr lang="it-IT" dirty="0"/>
              <a:t> Title / Body</a:t>
            </a:r>
          </a:p>
        </p:txBody>
      </p:sp>
      <p:sp>
        <p:nvSpPr>
          <p:cNvPr id="6" name="Segnaposto testo 7">
            <a:extLst>
              <a:ext uri="{FF2B5EF4-FFF2-40B4-BE49-F238E27FC236}">
                <a16:creationId xmlns:a16="http://schemas.microsoft.com/office/drawing/2014/main" id="{648DC876-0E8F-471C-8061-C8DF589086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1330169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egnaposto testo 5">
            <a:extLst>
              <a:ext uri="{FF2B5EF4-FFF2-40B4-BE49-F238E27FC236}">
                <a16:creationId xmlns:a16="http://schemas.microsoft.com/office/drawing/2014/main" id="{56670C56-FA13-2F41-8301-616EF8C1ED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3505" y="2057400"/>
            <a:ext cx="4343400" cy="48627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buNone/>
              <a:defRPr sz="2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Title</a:t>
            </a:r>
          </a:p>
        </p:txBody>
      </p:sp>
      <p:sp>
        <p:nvSpPr>
          <p:cNvPr id="15" name="Segnaposto testo 24">
            <a:extLst>
              <a:ext uri="{FF2B5EF4-FFF2-40B4-BE49-F238E27FC236}">
                <a16:creationId xmlns:a16="http://schemas.microsoft.com/office/drawing/2014/main" id="{25DD81EB-79C4-A34E-B010-1B68983A667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" y="3074986"/>
            <a:ext cx="4343400" cy="43164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20" name="Segnaposto immagine 3">
            <a:extLst>
              <a:ext uri="{FF2B5EF4-FFF2-40B4-BE49-F238E27FC236}">
                <a16:creationId xmlns:a16="http://schemas.microsoft.com/office/drawing/2014/main" id="{99EF0B15-EE25-AE46-8B6E-789C19159EF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81600" y="1444625"/>
            <a:ext cx="4343400" cy="259397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21" name="Segnaposto immagine 3">
            <a:extLst>
              <a:ext uri="{FF2B5EF4-FFF2-40B4-BE49-F238E27FC236}">
                <a16:creationId xmlns:a16="http://schemas.microsoft.com/office/drawing/2014/main" id="{A8DF41B0-2AB6-0844-96BE-80782B405E0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677400" y="1450594"/>
            <a:ext cx="4343400" cy="259397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22" name="Segnaposto immagine 3">
            <a:extLst>
              <a:ext uri="{FF2B5EF4-FFF2-40B4-BE49-F238E27FC236}">
                <a16:creationId xmlns:a16="http://schemas.microsoft.com/office/drawing/2014/main" id="{D650E703-A96B-DB4B-B287-ECBE870CDAD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677400" y="4185031"/>
            <a:ext cx="4343400" cy="320040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23" name="Segnaposto immagine 3">
            <a:extLst>
              <a:ext uri="{FF2B5EF4-FFF2-40B4-BE49-F238E27FC236}">
                <a16:creationId xmlns:a16="http://schemas.microsoft.com/office/drawing/2014/main" id="{6F88D990-9588-734B-8A5D-1B78EF595BF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181600" y="4185031"/>
            <a:ext cx="4343400" cy="320040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12" name="Segnaposto testo 7">
            <a:extLst>
              <a:ext uri="{FF2B5EF4-FFF2-40B4-BE49-F238E27FC236}">
                <a16:creationId xmlns:a16="http://schemas.microsoft.com/office/drawing/2014/main" id="{D4868F09-725D-4C6A-96E0-8E1F5C9E3D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  <p:sp>
        <p:nvSpPr>
          <p:cNvPr id="24" name="Segnaposto testo 12">
            <a:extLst>
              <a:ext uri="{FF2B5EF4-FFF2-40B4-BE49-F238E27FC236}">
                <a16:creationId xmlns:a16="http://schemas.microsoft.com/office/drawing/2014/main" id="{51C0A481-49E5-4FBD-AED2-874F0F5CAD0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" y="1371600"/>
            <a:ext cx="4337050" cy="566738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600" b="1">
                <a:solidFill>
                  <a:schemeClr val="tx2"/>
                </a:solidFill>
                <a:latin typeface="Libre Franklin" panose="00000800000000000000" pitchFamily="2" charset="0"/>
              </a:defRPr>
            </a:lvl1pPr>
          </a:lstStyle>
          <a:p>
            <a:pPr lvl="0"/>
            <a:r>
              <a:rPr lang="it-IT" sz="3600" b="1" dirty="0">
                <a:latin typeface="Libre Franklin" panose="00000800000000000000" pitchFamily="2" charset="0"/>
              </a:rPr>
              <a:t>Slide Title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664072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egnaposto testo 24">
            <a:extLst>
              <a:ext uri="{FF2B5EF4-FFF2-40B4-BE49-F238E27FC236}">
                <a16:creationId xmlns:a16="http://schemas.microsoft.com/office/drawing/2014/main" id="{25DD81EB-79C4-A34E-B010-1B68983A667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" y="2667000"/>
            <a:ext cx="13411202" cy="1295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
Terzo livello</a:t>
            </a:r>
          </a:p>
        </p:txBody>
      </p:sp>
      <p:sp>
        <p:nvSpPr>
          <p:cNvPr id="19" name="Segnaposto immagine 3">
            <a:extLst>
              <a:ext uri="{FF2B5EF4-FFF2-40B4-BE49-F238E27FC236}">
                <a16:creationId xmlns:a16="http://schemas.microsoft.com/office/drawing/2014/main" id="{E00DF3B7-443A-9A4A-8466-1CF5FCD86A6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3250" y="4114800"/>
            <a:ext cx="4343400" cy="327660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24" name="Segnaposto immagine 3">
            <a:extLst>
              <a:ext uri="{FF2B5EF4-FFF2-40B4-BE49-F238E27FC236}">
                <a16:creationId xmlns:a16="http://schemas.microsoft.com/office/drawing/2014/main" id="{DD29C1B7-D043-F54D-A179-4DD01E0EF37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099050" y="4114800"/>
            <a:ext cx="4425950" cy="327660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26" name="Segnaposto immagine 3">
            <a:extLst>
              <a:ext uri="{FF2B5EF4-FFF2-40B4-BE49-F238E27FC236}">
                <a16:creationId xmlns:a16="http://schemas.microsoft.com/office/drawing/2014/main" id="{0289091B-AB6C-D44E-93A3-82513B9855A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686546" y="4114800"/>
            <a:ext cx="4340604" cy="327660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11" name="Segnaposto testo 5">
            <a:extLst>
              <a:ext uri="{FF2B5EF4-FFF2-40B4-BE49-F238E27FC236}">
                <a16:creationId xmlns:a16="http://schemas.microsoft.com/office/drawing/2014/main" id="{66B136F3-662B-40D5-B16F-79F3E6BA6B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3504" y="2057400"/>
            <a:ext cx="9531095" cy="48627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buNone/>
              <a:defRPr sz="2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Title</a:t>
            </a:r>
          </a:p>
        </p:txBody>
      </p:sp>
      <p:sp>
        <p:nvSpPr>
          <p:cNvPr id="13" name="Segnaposto testo 7">
            <a:extLst>
              <a:ext uri="{FF2B5EF4-FFF2-40B4-BE49-F238E27FC236}">
                <a16:creationId xmlns:a16="http://schemas.microsoft.com/office/drawing/2014/main" id="{FAB0B010-521C-4BDB-B4FE-4B068E639E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  <p:sp>
        <p:nvSpPr>
          <p:cNvPr id="18" name="Segnaposto testo 5">
            <a:extLst>
              <a:ext uri="{FF2B5EF4-FFF2-40B4-BE49-F238E27FC236}">
                <a16:creationId xmlns:a16="http://schemas.microsoft.com/office/drawing/2014/main" id="{C0EE0C05-2C56-4A5A-83AA-DB4057D2656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" y="1371600"/>
            <a:ext cx="9525000" cy="56197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600" b="1">
                <a:solidFill>
                  <a:schemeClr val="tx2"/>
                </a:solidFill>
                <a:latin typeface="Libre Franklin" panose="00000800000000000000" pitchFamily="2" charset="0"/>
              </a:defRPr>
            </a:lvl1pPr>
          </a:lstStyle>
          <a:p>
            <a:pPr lvl="0"/>
            <a:r>
              <a:rPr lang="it-IT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6364985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immagine 3">
            <a:extLst>
              <a:ext uri="{FF2B5EF4-FFF2-40B4-BE49-F238E27FC236}">
                <a16:creationId xmlns:a16="http://schemas.microsoft.com/office/drawing/2014/main" id="{C47B0D0D-A044-FD46-8ED7-17A472E2ACE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220788"/>
            <a:ext cx="14630400" cy="6407150"/>
          </a:xfrm>
          <a:prstGeom prst="rect">
            <a:avLst/>
          </a:prstGeom>
          <a:solidFill>
            <a:srgbClr val="D6D6D6"/>
          </a:solidFill>
        </p:spPr>
        <p:txBody>
          <a:bodyPr/>
          <a:lstStyle>
            <a:lvl1pPr>
              <a:defRPr>
                <a:solidFill>
                  <a:srgbClr val="D6D6D6"/>
                </a:solidFill>
              </a:defRPr>
            </a:lvl1pPr>
          </a:lstStyle>
          <a:p>
            <a:endParaRPr lang="it-IT"/>
          </a:p>
        </p:txBody>
      </p:sp>
      <p:sp>
        <p:nvSpPr>
          <p:cNvPr id="15" name="Segnaposto immagine 5">
            <a:extLst>
              <a:ext uri="{FF2B5EF4-FFF2-40B4-BE49-F238E27FC236}">
                <a16:creationId xmlns:a16="http://schemas.microsoft.com/office/drawing/2014/main" id="{D4087489-0F27-A842-B916-B78D6AC37BE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219200"/>
            <a:ext cx="9243070" cy="640715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 dirty="0"/>
          </a:p>
        </p:txBody>
      </p:sp>
      <p:sp>
        <p:nvSpPr>
          <p:cNvPr id="25" name="Segnaposto testo 24">
            <a:extLst>
              <a:ext uri="{FF2B5EF4-FFF2-40B4-BE49-F238E27FC236}">
                <a16:creationId xmlns:a16="http://schemas.microsoft.com/office/drawing/2014/main" id="{05FC3BF9-2059-144C-A0E8-6F0A5C7607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" y="2667000"/>
            <a:ext cx="4343400" cy="4419600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7" name="Segnaposto testo 5">
            <a:extLst>
              <a:ext uri="{FF2B5EF4-FFF2-40B4-BE49-F238E27FC236}">
                <a16:creationId xmlns:a16="http://schemas.microsoft.com/office/drawing/2014/main" id="{CC8C76FC-0E54-4896-9B25-0A41C4D6162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3505" y="2057400"/>
            <a:ext cx="4343400" cy="48627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buNone/>
              <a:defRPr sz="2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Title</a:t>
            </a:r>
          </a:p>
        </p:txBody>
      </p:sp>
      <p:sp>
        <p:nvSpPr>
          <p:cNvPr id="11" name="Segnaposto testo 7">
            <a:extLst>
              <a:ext uri="{FF2B5EF4-FFF2-40B4-BE49-F238E27FC236}">
                <a16:creationId xmlns:a16="http://schemas.microsoft.com/office/drawing/2014/main" id="{0E4007C4-D2EF-48EA-91FB-16A50ACD3C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2743726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immagine 3">
            <a:extLst>
              <a:ext uri="{FF2B5EF4-FFF2-40B4-BE49-F238E27FC236}">
                <a16:creationId xmlns:a16="http://schemas.microsoft.com/office/drawing/2014/main" id="{C47B0D0D-A044-FD46-8ED7-17A472E2ACE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220788"/>
            <a:ext cx="14630400" cy="6407150"/>
          </a:xfrm>
          <a:prstGeom prst="rect">
            <a:avLst/>
          </a:prstGeom>
          <a:solidFill>
            <a:srgbClr val="D6D6D6"/>
          </a:solidFill>
        </p:spPr>
        <p:txBody>
          <a:bodyPr/>
          <a:lstStyle>
            <a:lvl1pPr>
              <a:defRPr>
                <a:solidFill>
                  <a:srgbClr val="D6D6D6"/>
                </a:solidFill>
              </a:defRPr>
            </a:lvl1pPr>
          </a:lstStyle>
          <a:p>
            <a:endParaRPr lang="it-IT"/>
          </a:p>
        </p:txBody>
      </p:sp>
      <p:sp>
        <p:nvSpPr>
          <p:cNvPr id="25" name="Segnaposto testo 24">
            <a:extLst>
              <a:ext uri="{FF2B5EF4-FFF2-40B4-BE49-F238E27FC236}">
                <a16:creationId xmlns:a16="http://schemas.microsoft.com/office/drawing/2014/main" id="{05FC3BF9-2059-144C-A0E8-6F0A5C7607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" y="1752600"/>
            <a:ext cx="4343400" cy="5334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5" name="Segnaposto testo 7">
            <a:extLst>
              <a:ext uri="{FF2B5EF4-FFF2-40B4-BE49-F238E27FC236}">
                <a16:creationId xmlns:a16="http://schemas.microsoft.com/office/drawing/2014/main" id="{8499CEE5-841D-4546-926E-F3351389C9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3297261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immagine 3">
            <a:extLst>
              <a:ext uri="{FF2B5EF4-FFF2-40B4-BE49-F238E27FC236}">
                <a16:creationId xmlns:a16="http://schemas.microsoft.com/office/drawing/2014/main" id="{C47B0D0D-A044-FD46-8ED7-17A472E2ACE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220788"/>
            <a:ext cx="14630400" cy="6407150"/>
          </a:xfrm>
          <a:prstGeom prst="rect">
            <a:avLst/>
          </a:prstGeom>
          <a:solidFill>
            <a:srgbClr val="D6D6D6"/>
          </a:solidFill>
        </p:spPr>
        <p:txBody>
          <a:bodyPr/>
          <a:lstStyle>
            <a:lvl1pPr>
              <a:defRPr>
                <a:solidFill>
                  <a:srgbClr val="D6D6D6"/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testo 3">
            <a:extLst>
              <a:ext uri="{FF2B5EF4-FFF2-40B4-BE49-F238E27FC236}">
                <a16:creationId xmlns:a16="http://schemas.microsoft.com/office/drawing/2014/main" id="{B3E7B49D-33E6-494E-8E27-58D968CEC8E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76600" y="1600200"/>
            <a:ext cx="8077200" cy="1371600"/>
          </a:xfrm>
          <a:prstGeom prst="rect">
            <a:avLst/>
          </a:prstGeom>
        </p:spPr>
        <p:txBody>
          <a:bodyPr lIns="0" tIns="46800" rIns="0" bIns="46800" anchor="ctr" anchorCtr="0"/>
          <a:lstStyle>
            <a:lvl1pPr marL="0" indent="0" algn="ctr">
              <a:buNone/>
              <a:defRPr sz="90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Title</a:t>
            </a:r>
          </a:p>
        </p:txBody>
      </p:sp>
      <p:sp>
        <p:nvSpPr>
          <p:cNvPr id="7" name="Segnaposto testo 3">
            <a:extLst>
              <a:ext uri="{FF2B5EF4-FFF2-40B4-BE49-F238E27FC236}">
                <a16:creationId xmlns:a16="http://schemas.microsoft.com/office/drawing/2014/main" id="{FFA0843A-032A-164C-B96B-6874987814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76600" y="3367595"/>
            <a:ext cx="8077200" cy="3852356"/>
          </a:xfrm>
          <a:prstGeom prst="rect">
            <a:avLst/>
          </a:prstGeom>
        </p:spPr>
        <p:txBody>
          <a:bodyPr lIns="0" tIns="46800" rIns="0" bIns="46800" anchor="ctr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8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 err="1"/>
              <a:t>Paragraph</a:t>
            </a:r>
            <a:r>
              <a:rPr lang="it-IT" dirty="0"/>
              <a:t> Title / Body</a:t>
            </a:r>
          </a:p>
        </p:txBody>
      </p:sp>
      <p:sp>
        <p:nvSpPr>
          <p:cNvPr id="9" name="Segnaposto testo 7">
            <a:extLst>
              <a:ext uri="{FF2B5EF4-FFF2-40B4-BE49-F238E27FC236}">
                <a16:creationId xmlns:a16="http://schemas.microsoft.com/office/drawing/2014/main" id="{971B124B-A5C4-46C9-BF17-7C9DCED8F32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17644280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immagine 3">
            <a:extLst>
              <a:ext uri="{FF2B5EF4-FFF2-40B4-BE49-F238E27FC236}">
                <a16:creationId xmlns:a16="http://schemas.microsoft.com/office/drawing/2014/main" id="{C47B0D0D-A044-FD46-8ED7-17A472E2ACE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220788"/>
            <a:ext cx="14630400" cy="6407150"/>
          </a:xfrm>
          <a:prstGeom prst="rect">
            <a:avLst/>
          </a:prstGeom>
          <a:solidFill>
            <a:srgbClr val="D6D6D6"/>
          </a:solidFill>
        </p:spPr>
        <p:txBody>
          <a:bodyPr/>
          <a:lstStyle>
            <a:lvl1pPr>
              <a:defRPr>
                <a:solidFill>
                  <a:srgbClr val="D6D6D6"/>
                </a:solidFill>
              </a:defRPr>
            </a:lvl1pPr>
          </a:lstStyle>
          <a:p>
            <a:endParaRPr lang="it-IT"/>
          </a:p>
        </p:txBody>
      </p:sp>
      <p:sp>
        <p:nvSpPr>
          <p:cNvPr id="4" name="Segnaposto testo 7">
            <a:extLst>
              <a:ext uri="{FF2B5EF4-FFF2-40B4-BE49-F238E27FC236}">
                <a16:creationId xmlns:a16="http://schemas.microsoft.com/office/drawing/2014/main" id="{2CD8E5EF-6F3C-43DF-A35B-9F2BA9B9D9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34524446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esto 7">
            <a:extLst>
              <a:ext uri="{FF2B5EF4-FFF2-40B4-BE49-F238E27FC236}">
                <a16:creationId xmlns:a16="http://schemas.microsoft.com/office/drawing/2014/main" id="{2CD8E5EF-6F3C-43DF-A35B-9F2BA9B9D9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F228B05B-2330-4E4D-B962-A8B233256B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9200"/>
            <a:ext cx="14630400" cy="6445249"/>
          </a:xfrm>
          <a:prstGeom prst="rect">
            <a:avLst/>
          </a:prstGeom>
        </p:spPr>
      </p:pic>
      <p:sp>
        <p:nvSpPr>
          <p:cNvPr id="7" name="object 17">
            <a:extLst>
              <a:ext uri="{FF2B5EF4-FFF2-40B4-BE49-F238E27FC236}">
                <a16:creationId xmlns:a16="http://schemas.microsoft.com/office/drawing/2014/main" id="{BAF4A2A9-68CF-4B73-BE55-960AA5A377A8}"/>
              </a:ext>
            </a:extLst>
          </p:cNvPr>
          <p:cNvSpPr/>
          <p:nvPr userDrawn="1"/>
        </p:nvSpPr>
        <p:spPr>
          <a:xfrm>
            <a:off x="0" y="1219200"/>
            <a:ext cx="14646349" cy="6438900"/>
          </a:xfrm>
          <a:custGeom>
            <a:avLst/>
            <a:gdLst/>
            <a:ahLst/>
            <a:cxnLst/>
            <a:rect l="l" t="t" r="r" b="b"/>
            <a:pathLst>
              <a:path w="14630400" h="6438900">
                <a:moveTo>
                  <a:pt x="0" y="6438900"/>
                </a:moveTo>
                <a:lnTo>
                  <a:pt x="14630400" y="6438900"/>
                </a:lnTo>
                <a:lnTo>
                  <a:pt x="14630400" y="0"/>
                </a:lnTo>
                <a:lnTo>
                  <a:pt x="0" y="0"/>
                </a:lnTo>
                <a:lnTo>
                  <a:pt x="0" y="6438900"/>
                </a:lnTo>
                <a:close/>
              </a:path>
            </a:pathLst>
          </a:custGeom>
          <a:solidFill>
            <a:srgbClr val="005283">
              <a:alpha val="48000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0374334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egnaposto immagine 3">
            <a:extLst>
              <a:ext uri="{FF2B5EF4-FFF2-40B4-BE49-F238E27FC236}">
                <a16:creationId xmlns:a16="http://schemas.microsoft.com/office/drawing/2014/main" id="{E737AEBD-5041-404B-B673-B5D7A779656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5723" y="1413669"/>
            <a:ext cx="4337278" cy="2315184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 dirty="0"/>
          </a:p>
        </p:txBody>
      </p:sp>
      <p:sp>
        <p:nvSpPr>
          <p:cNvPr id="53" name="Segnaposto testo 6">
            <a:extLst>
              <a:ext uri="{FF2B5EF4-FFF2-40B4-BE49-F238E27FC236}">
                <a16:creationId xmlns:a16="http://schemas.microsoft.com/office/drawing/2014/main" id="{F7BF3FA5-9318-9945-AB80-30272B5F22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733007"/>
            <a:ext cx="4337277" cy="5683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56" name="Segnaposto immagine 3">
            <a:extLst>
              <a:ext uri="{FF2B5EF4-FFF2-40B4-BE49-F238E27FC236}">
                <a16:creationId xmlns:a16="http://schemas.microsoft.com/office/drawing/2014/main" id="{5F0B91DC-3ED1-FE47-BF71-FD73E76BD3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69434" y="1423269"/>
            <a:ext cx="4337278" cy="2315184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57" name="Segnaposto testo 6">
            <a:extLst>
              <a:ext uri="{FF2B5EF4-FFF2-40B4-BE49-F238E27FC236}">
                <a16:creationId xmlns:a16="http://schemas.microsoft.com/office/drawing/2014/main" id="{1BDAE7A3-D7C2-5646-AFAA-29D470FBDF4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63311" y="3742607"/>
            <a:ext cx="4343400" cy="5683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58" name="Segnaposto immagine 3">
            <a:extLst>
              <a:ext uri="{FF2B5EF4-FFF2-40B4-BE49-F238E27FC236}">
                <a16:creationId xmlns:a16="http://schemas.microsoft.com/office/drawing/2014/main" id="{F514C989-F094-B44F-9FA8-F15D8EF01F2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692639" y="1423269"/>
            <a:ext cx="4337278" cy="2315184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59" name="Segnaposto testo 6">
            <a:extLst>
              <a:ext uri="{FF2B5EF4-FFF2-40B4-BE49-F238E27FC236}">
                <a16:creationId xmlns:a16="http://schemas.microsoft.com/office/drawing/2014/main" id="{AF4DC430-8A13-6A49-978B-0A443225E76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86516" y="3742607"/>
            <a:ext cx="4343400" cy="5683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66" name="Segnaposto immagine 3">
            <a:extLst>
              <a:ext uri="{FF2B5EF4-FFF2-40B4-BE49-F238E27FC236}">
                <a16:creationId xmlns:a16="http://schemas.microsoft.com/office/drawing/2014/main" id="{10779709-B343-A84E-A9AD-C4366C02AE7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" y="4536206"/>
            <a:ext cx="4337278" cy="2315184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67" name="Segnaposto testo 6">
            <a:extLst>
              <a:ext uri="{FF2B5EF4-FFF2-40B4-BE49-F238E27FC236}">
                <a16:creationId xmlns:a16="http://schemas.microsoft.com/office/drawing/2014/main" id="{38148CA2-3E9F-C24E-959F-85EF1AEA51B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3477" y="6855544"/>
            <a:ext cx="4343400" cy="5683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68" name="Segnaposto immagine 3">
            <a:extLst>
              <a:ext uri="{FF2B5EF4-FFF2-40B4-BE49-F238E27FC236}">
                <a16:creationId xmlns:a16="http://schemas.microsoft.com/office/drawing/2014/main" id="{FEE39626-AAF6-2A4B-B4A0-3E9EAD85D97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163311" y="4545806"/>
            <a:ext cx="4337278" cy="2315184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69" name="Segnaposto testo 6">
            <a:extLst>
              <a:ext uri="{FF2B5EF4-FFF2-40B4-BE49-F238E27FC236}">
                <a16:creationId xmlns:a16="http://schemas.microsoft.com/office/drawing/2014/main" id="{CFE17488-D412-BE40-A6D4-9DDBE2F5020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57188" y="6865144"/>
            <a:ext cx="4343400" cy="5683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70" name="Segnaposto immagine 3">
            <a:extLst>
              <a:ext uri="{FF2B5EF4-FFF2-40B4-BE49-F238E27FC236}">
                <a16:creationId xmlns:a16="http://schemas.microsoft.com/office/drawing/2014/main" id="{61299575-9AAB-1C4D-BAE0-AD6D9F48ADD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686516" y="4545806"/>
            <a:ext cx="4337278" cy="2315184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71" name="Segnaposto testo 6">
            <a:extLst>
              <a:ext uri="{FF2B5EF4-FFF2-40B4-BE49-F238E27FC236}">
                <a16:creationId xmlns:a16="http://schemas.microsoft.com/office/drawing/2014/main" id="{8A9E702F-DB3D-5648-8B9C-D1C7FA599DD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80393" y="6865144"/>
            <a:ext cx="4343400" cy="5683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16" name="Segnaposto testo 7">
            <a:extLst>
              <a:ext uri="{FF2B5EF4-FFF2-40B4-BE49-F238E27FC236}">
                <a16:creationId xmlns:a16="http://schemas.microsoft.com/office/drawing/2014/main" id="{22F4CA80-2BDF-460F-A5D1-9B1CE4B20BB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39703124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testo 6">
            <a:extLst>
              <a:ext uri="{FF2B5EF4-FFF2-40B4-BE49-F238E27FC236}">
                <a16:creationId xmlns:a16="http://schemas.microsoft.com/office/drawing/2014/main" id="{7862675C-762E-384E-A72F-7B80C18BB6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728853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27" name="Segnaposto immagine 3">
            <a:extLst>
              <a:ext uri="{FF2B5EF4-FFF2-40B4-BE49-F238E27FC236}">
                <a16:creationId xmlns:a16="http://schemas.microsoft.com/office/drawing/2014/main" id="{C543C3C3-D0F6-AA42-A220-34C1A0CEADD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5723" y="1444751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28" name="Segnaposto testo 6">
            <a:extLst>
              <a:ext uri="{FF2B5EF4-FFF2-40B4-BE49-F238E27FC236}">
                <a16:creationId xmlns:a16="http://schemas.microsoft.com/office/drawing/2014/main" id="{380893CA-7979-654F-B05A-7D9931C4C2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10566" y="3728853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30" name="Segnaposto immagine 3">
            <a:extLst>
              <a:ext uri="{FF2B5EF4-FFF2-40B4-BE49-F238E27FC236}">
                <a16:creationId xmlns:a16="http://schemas.microsoft.com/office/drawing/2014/main" id="{4D50A863-29CD-114B-AF79-632FC1049AE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16689" y="1444751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43" name="Segnaposto testo 6">
            <a:extLst>
              <a:ext uri="{FF2B5EF4-FFF2-40B4-BE49-F238E27FC236}">
                <a16:creationId xmlns:a16="http://schemas.microsoft.com/office/drawing/2014/main" id="{53228A55-2814-4842-B283-CCF5F223209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03157" y="3736849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44" name="Segnaposto immagine 3">
            <a:extLst>
              <a:ext uri="{FF2B5EF4-FFF2-40B4-BE49-F238E27FC236}">
                <a16:creationId xmlns:a16="http://schemas.microsoft.com/office/drawing/2014/main" id="{7F23BFF8-F387-554D-85AA-BCE5BA0ABA0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409280" y="1452747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45" name="Segnaposto testo 6">
            <a:extLst>
              <a:ext uri="{FF2B5EF4-FFF2-40B4-BE49-F238E27FC236}">
                <a16:creationId xmlns:a16="http://schemas.microsoft.com/office/drawing/2014/main" id="{F399C09E-5A12-7147-97CA-189AE91C80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784374" y="3736849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46" name="Segnaposto immagine 3">
            <a:extLst>
              <a:ext uri="{FF2B5EF4-FFF2-40B4-BE49-F238E27FC236}">
                <a16:creationId xmlns:a16="http://schemas.microsoft.com/office/drawing/2014/main" id="{21C9E26A-A44A-B74F-87B2-1AF366B4BCE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790497" y="1452747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47" name="Segnaposto testo 6">
            <a:extLst>
              <a:ext uri="{FF2B5EF4-FFF2-40B4-BE49-F238E27FC236}">
                <a16:creationId xmlns:a16="http://schemas.microsoft.com/office/drawing/2014/main" id="{D9E379A3-CB4F-5D4A-ADA0-FCD011F2EF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769877" y="6776854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48" name="Segnaposto immagine 3">
            <a:extLst>
              <a:ext uri="{FF2B5EF4-FFF2-40B4-BE49-F238E27FC236}">
                <a16:creationId xmlns:a16="http://schemas.microsoft.com/office/drawing/2014/main" id="{A0677D84-601A-C947-BCF6-DC3FFABCDE2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776000" y="4492752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49" name="Segnaposto testo 6">
            <a:extLst>
              <a:ext uri="{FF2B5EF4-FFF2-40B4-BE49-F238E27FC236}">
                <a16:creationId xmlns:a16="http://schemas.microsoft.com/office/drawing/2014/main" id="{D9D1684C-8174-0643-999F-21DAACAE818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382257" y="6773808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50" name="Segnaposto immagine 3">
            <a:extLst>
              <a:ext uri="{FF2B5EF4-FFF2-40B4-BE49-F238E27FC236}">
                <a16:creationId xmlns:a16="http://schemas.microsoft.com/office/drawing/2014/main" id="{C1FDBDBF-4299-9142-A1E6-B3CB13D847E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388380" y="4489706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51" name="Segnaposto testo 6">
            <a:extLst>
              <a:ext uri="{FF2B5EF4-FFF2-40B4-BE49-F238E27FC236}">
                <a16:creationId xmlns:a16="http://schemas.microsoft.com/office/drawing/2014/main" id="{F109341F-2BC2-EB44-96B5-7545E842285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96095" y="6784850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54" name="Segnaposto immagine 3">
            <a:extLst>
              <a:ext uri="{FF2B5EF4-FFF2-40B4-BE49-F238E27FC236}">
                <a16:creationId xmlns:a16="http://schemas.microsoft.com/office/drawing/2014/main" id="{DB76FED3-1BCF-FC43-A123-8B3F49CB643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002218" y="4500748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55" name="Segnaposto testo 6">
            <a:extLst>
              <a:ext uri="{FF2B5EF4-FFF2-40B4-BE49-F238E27FC236}">
                <a16:creationId xmlns:a16="http://schemas.microsoft.com/office/drawing/2014/main" id="{C7A1D6B8-0485-5748-A834-91296F6ACD9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344" y="6784850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60" name="Segnaposto immagine 3">
            <a:extLst>
              <a:ext uri="{FF2B5EF4-FFF2-40B4-BE49-F238E27FC236}">
                <a16:creationId xmlns:a16="http://schemas.microsoft.com/office/drawing/2014/main" id="{636C226A-A327-764F-8A17-4D1F61E5CEE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16467" y="4500748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20" name="Segnaposto testo 7">
            <a:extLst>
              <a:ext uri="{FF2B5EF4-FFF2-40B4-BE49-F238E27FC236}">
                <a16:creationId xmlns:a16="http://schemas.microsoft.com/office/drawing/2014/main" id="{03E65A88-6296-4701-AB9C-6AF42B9ED1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3485831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1636553F-D81A-D948-8CFE-774859F963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6688909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899A3671-F1F4-40B8-9A31-E146AA4FED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29616" cy="8229600"/>
          </a:xfrm>
          <a:prstGeom prst="rect">
            <a:avLst/>
          </a:prstGeom>
        </p:spPr>
      </p:pic>
      <p:sp>
        <p:nvSpPr>
          <p:cNvPr id="3" name="Segnaposto testo 3">
            <a:extLst>
              <a:ext uri="{FF2B5EF4-FFF2-40B4-BE49-F238E27FC236}">
                <a16:creationId xmlns:a16="http://schemas.microsoft.com/office/drawing/2014/main" id="{5BE5E891-9090-486A-B597-87CFFBAABB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685800"/>
            <a:ext cx="6632958" cy="3276611"/>
          </a:xfrm>
          <a:prstGeom prst="rect">
            <a:avLst/>
          </a:prstGeom>
        </p:spPr>
        <p:txBody>
          <a:bodyPr lIns="0" tIns="46800" rIns="0" bIns="0" anchor="b" anchorCtr="0"/>
          <a:lstStyle>
            <a:lvl1pPr marL="0" indent="0" algn="l">
              <a:buNone/>
              <a:defRPr sz="6000" b="1" i="0">
                <a:solidFill>
                  <a:schemeClr val="bg1"/>
                </a:solidFill>
                <a:latin typeface="Libre Franklin" pitchFamily="2" charset="77"/>
              </a:defRPr>
            </a:lvl1pPr>
          </a:lstStyle>
          <a:p>
            <a:r>
              <a:rPr lang="it-IT"/>
              <a:t>Presentation</a:t>
            </a:r>
            <a:br>
              <a:rPr lang="it-IT"/>
            </a:br>
            <a:r>
              <a:rPr lang="it-IT"/>
              <a:t>Title</a:t>
            </a:r>
          </a:p>
        </p:txBody>
      </p:sp>
      <p:sp>
        <p:nvSpPr>
          <p:cNvPr id="4" name="Segnaposto testo 17">
            <a:extLst>
              <a:ext uri="{FF2B5EF4-FFF2-40B4-BE49-F238E27FC236}">
                <a16:creationId xmlns:a16="http://schemas.microsoft.com/office/drawing/2014/main" id="{69F437D0-1EB2-41C7-BE0D-253DA2E98E9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4258560"/>
            <a:ext cx="6704999" cy="191363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Libre Franklin Light" pitchFamily="2" charset="77"/>
              </a:defRPr>
            </a:lvl1pPr>
          </a:lstStyle>
          <a:p>
            <a:r>
              <a:rPr lang="it-IT"/>
              <a:t>Presentation </a:t>
            </a:r>
            <a:r>
              <a:rPr lang="it-IT" err="1"/>
              <a:t>Caption</a:t>
            </a:r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99D400F-21D1-49B9-B75D-25B5B127BEE6}"/>
              </a:ext>
            </a:extLst>
          </p:cNvPr>
          <p:cNvSpPr txBox="1"/>
          <p:nvPr userDrawn="1"/>
        </p:nvSpPr>
        <p:spPr>
          <a:xfrm>
            <a:off x="609600" y="7846821"/>
            <a:ext cx="4937125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-5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BOTTERO </a:t>
            </a:r>
            <a:r>
              <a:rPr kumimoji="0" lang="en" sz="1000" b="0" i="0" u="none" strike="noStrike" kern="1200" cap="none" spc="15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S.p.A. </a:t>
            </a: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- </a:t>
            </a:r>
            <a:r>
              <a:rPr kumimoji="0" lang="en" sz="1000" b="0" i="0" u="none" strike="noStrike" kern="1200" cap="none" spc="-5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All Rights</a:t>
            </a:r>
            <a:r>
              <a:rPr kumimoji="0" lang="en" sz="1000" b="0" i="0" u="none" strike="noStrike" kern="1200" cap="none" spc="-114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 </a:t>
            </a:r>
            <a:r>
              <a:rPr kumimoji="0" lang="en" sz="1000" b="0" i="0" u="none" strike="noStrike" kern="1200" cap="none" spc="-5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Reserved</a:t>
            </a:r>
          </a:p>
        </p:txBody>
      </p:sp>
    </p:spTree>
    <p:extLst>
      <p:ext uri="{BB962C8B-B14F-4D97-AF65-F5344CB8AC3E}">
        <p14:creationId xmlns:p14="http://schemas.microsoft.com/office/powerpoint/2010/main" val="42429002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B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immagine 20">
            <a:extLst>
              <a:ext uri="{FF2B5EF4-FFF2-40B4-BE49-F238E27FC236}">
                <a16:creationId xmlns:a16="http://schemas.microsoft.com/office/drawing/2014/main" id="{676BA068-B70A-444F-8888-534849A12D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1" y="1447800"/>
            <a:ext cx="4337304" cy="5940552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 dirty="0"/>
          </a:p>
        </p:txBody>
      </p:sp>
      <p:sp>
        <p:nvSpPr>
          <p:cNvPr id="5" name="Segnaposto testo 13">
            <a:extLst>
              <a:ext uri="{FF2B5EF4-FFF2-40B4-BE49-F238E27FC236}">
                <a16:creationId xmlns:a16="http://schemas.microsoft.com/office/drawing/2014/main" id="{02677E17-41C5-0B43-9319-40D2949F3D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05399" y="1447800"/>
            <a:ext cx="8915597" cy="533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600" b="1" i="0">
                <a:solidFill>
                  <a:schemeClr val="tx2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Page Title</a:t>
            </a:r>
          </a:p>
        </p:txBody>
      </p:sp>
      <p:sp>
        <p:nvSpPr>
          <p:cNvPr id="6" name="Segnaposto testo 17">
            <a:extLst>
              <a:ext uri="{FF2B5EF4-FFF2-40B4-BE49-F238E27FC236}">
                <a16:creationId xmlns:a16="http://schemas.microsoft.com/office/drawing/2014/main" id="{97E7E4A3-48FD-3941-A0E7-D85BFD598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06198" y="2918790"/>
            <a:ext cx="8914798" cy="6886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</a:t>
            </a:r>
          </a:p>
        </p:txBody>
      </p:sp>
      <p:sp>
        <p:nvSpPr>
          <p:cNvPr id="8" name="Segnaposto testo 5">
            <a:extLst>
              <a:ext uri="{FF2B5EF4-FFF2-40B4-BE49-F238E27FC236}">
                <a16:creationId xmlns:a16="http://schemas.microsoft.com/office/drawing/2014/main" id="{6C51228A-056A-BF4D-A93D-A6E9F01CFB5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05398" y="2183777"/>
            <a:ext cx="8909305" cy="582613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buNone/>
              <a:defRPr sz="2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Title</a:t>
            </a:r>
          </a:p>
        </p:txBody>
      </p:sp>
      <p:sp>
        <p:nvSpPr>
          <p:cNvPr id="11" name="Segnaposto tabella 10">
            <a:extLst>
              <a:ext uri="{FF2B5EF4-FFF2-40B4-BE49-F238E27FC236}">
                <a16:creationId xmlns:a16="http://schemas.microsoft.com/office/drawing/2014/main" id="{A2401964-31D3-A842-9DBB-2BEFCED5736C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5105400" y="3759823"/>
            <a:ext cx="8909050" cy="2336177"/>
          </a:xfrm>
          <a:prstGeom prst="rect">
            <a:avLst/>
          </a:prstGeom>
        </p:spPr>
        <p:txBody>
          <a:bodyPr/>
          <a:lstStyle/>
          <a:p>
            <a:endParaRPr lang="it-IT" dirty="0"/>
          </a:p>
        </p:txBody>
      </p:sp>
      <p:sp>
        <p:nvSpPr>
          <p:cNvPr id="12" name="Segnaposto testo 17">
            <a:extLst>
              <a:ext uri="{FF2B5EF4-FFF2-40B4-BE49-F238E27FC236}">
                <a16:creationId xmlns:a16="http://schemas.microsoft.com/office/drawing/2014/main" id="{E4C2393C-A1B4-6043-9E53-90280D9C642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06198" y="6278868"/>
            <a:ext cx="8914798" cy="11094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5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</a:t>
            </a:r>
          </a:p>
        </p:txBody>
      </p:sp>
      <p:sp>
        <p:nvSpPr>
          <p:cNvPr id="9" name="Segnaposto testo 7">
            <a:extLst>
              <a:ext uri="{FF2B5EF4-FFF2-40B4-BE49-F238E27FC236}">
                <a16:creationId xmlns:a16="http://schemas.microsoft.com/office/drawing/2014/main" id="{A431F201-8BE0-444C-8EAE-C3F665634E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36261715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B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egnaposto immagine 6">
            <a:extLst>
              <a:ext uri="{FF2B5EF4-FFF2-40B4-BE49-F238E27FC236}">
                <a16:creationId xmlns:a16="http://schemas.microsoft.com/office/drawing/2014/main" id="{392E8F62-5DF5-7F4C-A241-5923653FBDB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599" y="1219200"/>
            <a:ext cx="13417295" cy="6408738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 dirty="0"/>
          </a:p>
        </p:txBody>
      </p:sp>
      <p:sp>
        <p:nvSpPr>
          <p:cNvPr id="5" name="Segnaposto testo 13">
            <a:extLst>
              <a:ext uri="{FF2B5EF4-FFF2-40B4-BE49-F238E27FC236}">
                <a16:creationId xmlns:a16="http://schemas.microsoft.com/office/drawing/2014/main" id="{02677E17-41C5-0B43-9319-40D2949F3D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1447800"/>
            <a:ext cx="13411396" cy="5334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800" b="1" i="0">
                <a:solidFill>
                  <a:schemeClr val="tx2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Page Title</a:t>
            </a:r>
          </a:p>
        </p:txBody>
      </p:sp>
      <p:sp>
        <p:nvSpPr>
          <p:cNvPr id="6" name="Segnaposto testo 7">
            <a:extLst>
              <a:ext uri="{FF2B5EF4-FFF2-40B4-BE49-F238E27FC236}">
                <a16:creationId xmlns:a16="http://schemas.microsoft.com/office/drawing/2014/main" id="{4015921B-C352-4DAA-BC55-69EC1DF019C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19845109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B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egnaposto immagine 6">
            <a:extLst>
              <a:ext uri="{FF2B5EF4-FFF2-40B4-BE49-F238E27FC236}">
                <a16:creationId xmlns:a16="http://schemas.microsoft.com/office/drawing/2014/main" id="{392E8F62-5DF5-7F4C-A241-5923653FBDB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599" y="1143000"/>
            <a:ext cx="13417295" cy="6484938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5" name="Segnaposto testo 13">
            <a:extLst>
              <a:ext uri="{FF2B5EF4-FFF2-40B4-BE49-F238E27FC236}">
                <a16:creationId xmlns:a16="http://schemas.microsoft.com/office/drawing/2014/main" id="{02677E17-41C5-0B43-9319-40D2949F3D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1447800"/>
            <a:ext cx="13411396" cy="5334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800" b="1" i="0">
                <a:solidFill>
                  <a:schemeClr val="tx2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text</a:t>
            </a:r>
          </a:p>
        </p:txBody>
      </p:sp>
      <p:sp>
        <p:nvSpPr>
          <p:cNvPr id="6" name="Segnaposto testo 13">
            <a:extLst>
              <a:ext uri="{FF2B5EF4-FFF2-40B4-BE49-F238E27FC236}">
                <a16:creationId xmlns:a16="http://schemas.microsoft.com/office/drawing/2014/main" id="{C37B94C0-2E06-DD4C-8B5F-747ECD35F2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8549" y="6790944"/>
            <a:ext cx="13411396" cy="5334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8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text</a:t>
            </a:r>
          </a:p>
        </p:txBody>
      </p:sp>
      <p:sp>
        <p:nvSpPr>
          <p:cNvPr id="7" name="Segnaposto testo 7">
            <a:extLst>
              <a:ext uri="{FF2B5EF4-FFF2-40B4-BE49-F238E27FC236}">
                <a16:creationId xmlns:a16="http://schemas.microsoft.com/office/drawing/2014/main" id="{072880B4-6ACD-45FF-9C20-79FC364415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179884269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B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13">
            <a:extLst>
              <a:ext uri="{FF2B5EF4-FFF2-40B4-BE49-F238E27FC236}">
                <a16:creationId xmlns:a16="http://schemas.microsoft.com/office/drawing/2014/main" id="{02677E17-41C5-0B43-9319-40D2949F3D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1447800"/>
            <a:ext cx="13411396" cy="5334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800" b="1" i="0">
                <a:solidFill>
                  <a:schemeClr val="tx2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text</a:t>
            </a:r>
          </a:p>
        </p:txBody>
      </p:sp>
      <p:sp>
        <p:nvSpPr>
          <p:cNvPr id="6" name="Segnaposto testo 13">
            <a:extLst>
              <a:ext uri="{FF2B5EF4-FFF2-40B4-BE49-F238E27FC236}">
                <a16:creationId xmlns:a16="http://schemas.microsoft.com/office/drawing/2014/main" id="{C37B94C0-2E06-DD4C-8B5F-747ECD35F2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8549" y="6790944"/>
            <a:ext cx="13411396" cy="5334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8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text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76C500E4-77EE-4E72-AA35-1F30537F5C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42B9FD1D-DD23-4C9B-9BDD-30CF8EFD8804}"/>
              </a:ext>
            </a:extLst>
          </p:cNvPr>
          <p:cNvSpPr/>
          <p:nvPr userDrawn="1"/>
        </p:nvSpPr>
        <p:spPr>
          <a:xfrm>
            <a:off x="45127" y="685800"/>
            <a:ext cx="14540145" cy="7164425"/>
          </a:xfrm>
          <a:prstGeom prst="rect">
            <a:avLst/>
          </a:prstGeom>
          <a:blipFill dpi="0" rotWithShape="1">
            <a:blip r:embed="rId2" cstate="print">
              <a:alphaModFix amt="34000"/>
            </a:blip>
            <a:srcRect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96996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B_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76C500E4-77EE-4E72-AA35-1F30537F5C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34056277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C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egnaposto immagine 22">
            <a:extLst>
              <a:ext uri="{FF2B5EF4-FFF2-40B4-BE49-F238E27FC236}">
                <a16:creationId xmlns:a16="http://schemas.microsoft.com/office/drawing/2014/main" id="{7A7ACB23-722A-D140-88F5-29D9A526F17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105400" y="1203960"/>
            <a:ext cx="8915400" cy="6408738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29" name="Segnaposto testo 17">
            <a:extLst>
              <a:ext uri="{FF2B5EF4-FFF2-40B4-BE49-F238E27FC236}">
                <a16:creationId xmlns:a16="http://schemas.microsoft.com/office/drawing/2014/main" id="{2825DF9A-B3C9-D543-93CE-B51305E3136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4304" y="2711526"/>
            <a:ext cx="4346078" cy="49011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</a:t>
            </a:r>
          </a:p>
        </p:txBody>
      </p:sp>
      <p:sp>
        <p:nvSpPr>
          <p:cNvPr id="9" name="Segnaposto testo 5">
            <a:extLst>
              <a:ext uri="{FF2B5EF4-FFF2-40B4-BE49-F238E27FC236}">
                <a16:creationId xmlns:a16="http://schemas.microsoft.com/office/drawing/2014/main" id="{0B191400-11AC-4A44-9DDE-2EC895BCE9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3505" y="2057400"/>
            <a:ext cx="4343400" cy="48627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buNone/>
              <a:defRPr sz="2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Title</a:t>
            </a:r>
          </a:p>
        </p:txBody>
      </p:sp>
      <p:sp>
        <p:nvSpPr>
          <p:cNvPr id="11" name="Segnaposto testo 7">
            <a:extLst>
              <a:ext uri="{FF2B5EF4-FFF2-40B4-BE49-F238E27FC236}">
                <a16:creationId xmlns:a16="http://schemas.microsoft.com/office/drawing/2014/main" id="{FDC4B5A1-1B26-4AD4-BFBC-520175FE81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  <p:sp>
        <p:nvSpPr>
          <p:cNvPr id="23" name="Segnaposto testo 15">
            <a:extLst>
              <a:ext uri="{FF2B5EF4-FFF2-40B4-BE49-F238E27FC236}">
                <a16:creationId xmlns:a16="http://schemas.microsoft.com/office/drawing/2014/main" id="{7339B3BA-607D-4D5C-AAD4-DC6DAC21BC4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3250" y="1371600"/>
            <a:ext cx="4343400" cy="6096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600" b="1">
                <a:solidFill>
                  <a:schemeClr val="tx2"/>
                </a:solidFill>
                <a:latin typeface="Libre Franklin" panose="00000800000000000000" pitchFamily="2" charset="0"/>
              </a:defRPr>
            </a:lvl1pPr>
          </a:lstStyle>
          <a:p>
            <a:pPr lvl="0"/>
            <a:r>
              <a:rPr lang="it-IT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34172776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C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egnaposto immagine 22">
            <a:extLst>
              <a:ext uri="{FF2B5EF4-FFF2-40B4-BE49-F238E27FC236}">
                <a16:creationId xmlns:a16="http://schemas.microsoft.com/office/drawing/2014/main" id="{7A7ACB23-722A-D140-88F5-29D9A526F17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105400" y="1203960"/>
            <a:ext cx="8915400" cy="6408738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29" name="Segnaposto testo 17">
            <a:extLst>
              <a:ext uri="{FF2B5EF4-FFF2-40B4-BE49-F238E27FC236}">
                <a16:creationId xmlns:a16="http://schemas.microsoft.com/office/drawing/2014/main" id="{2825DF9A-B3C9-D543-93CE-B51305E3136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3505" y="4267200"/>
            <a:ext cx="4346078" cy="8308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</a:t>
            </a:r>
          </a:p>
        </p:txBody>
      </p:sp>
      <p:sp>
        <p:nvSpPr>
          <p:cNvPr id="10" name="Segnaposto testo 5">
            <a:extLst>
              <a:ext uri="{FF2B5EF4-FFF2-40B4-BE49-F238E27FC236}">
                <a16:creationId xmlns:a16="http://schemas.microsoft.com/office/drawing/2014/main" id="{532AEB83-6697-4F19-A6C3-CCD7945B4D9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3505" y="3552329"/>
            <a:ext cx="4343400" cy="48627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buNone/>
              <a:defRPr sz="2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Title</a:t>
            </a:r>
          </a:p>
        </p:txBody>
      </p:sp>
      <p:sp>
        <p:nvSpPr>
          <p:cNvPr id="12" name="Segnaposto testo 7">
            <a:extLst>
              <a:ext uri="{FF2B5EF4-FFF2-40B4-BE49-F238E27FC236}">
                <a16:creationId xmlns:a16="http://schemas.microsoft.com/office/drawing/2014/main" id="{4AC5D1C5-1402-4B03-BA49-339CC96ABA5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  <p:sp>
        <p:nvSpPr>
          <p:cNvPr id="21" name="Segnaposto testo 14">
            <a:extLst>
              <a:ext uri="{FF2B5EF4-FFF2-40B4-BE49-F238E27FC236}">
                <a16:creationId xmlns:a16="http://schemas.microsoft.com/office/drawing/2014/main" id="{733F238F-A41B-4125-A0BF-78DEEC23A61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" y="1371600"/>
            <a:ext cx="4333875" cy="566738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600" b="1">
                <a:solidFill>
                  <a:schemeClr val="tx2"/>
                </a:solidFill>
                <a:latin typeface="Libre Franklin" panose="00000800000000000000" pitchFamily="2" charset="0"/>
              </a:defRPr>
            </a:lvl1pPr>
            <a:lvl2pPr>
              <a:defRPr b="1">
                <a:latin typeface="Libre Franklin" panose="00000800000000000000" pitchFamily="2" charset="0"/>
              </a:defRPr>
            </a:lvl2pPr>
            <a:lvl3pPr>
              <a:defRPr b="1">
                <a:latin typeface="Libre Franklin" panose="00000800000000000000" pitchFamily="2" charset="0"/>
              </a:defRPr>
            </a:lvl3pPr>
            <a:lvl4pPr>
              <a:defRPr b="1">
                <a:latin typeface="Libre Franklin" panose="00000800000000000000" pitchFamily="2" charset="0"/>
              </a:defRPr>
            </a:lvl4pPr>
            <a:lvl5pPr>
              <a:defRPr b="1">
                <a:latin typeface="Libre Franklin" panose="00000800000000000000" pitchFamily="2" charset="0"/>
              </a:defRPr>
            </a:lvl5pPr>
          </a:lstStyle>
          <a:p>
            <a:pPr lvl="0"/>
            <a:r>
              <a:rPr lang="it-IT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7959583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C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egnaposto immagine 22">
            <a:extLst>
              <a:ext uri="{FF2B5EF4-FFF2-40B4-BE49-F238E27FC236}">
                <a16:creationId xmlns:a16="http://schemas.microsoft.com/office/drawing/2014/main" id="{7A7ACB23-722A-D140-88F5-29D9A526F17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105400" y="1203960"/>
            <a:ext cx="8915400" cy="6408738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29" name="Segnaposto testo 17">
            <a:extLst>
              <a:ext uri="{FF2B5EF4-FFF2-40B4-BE49-F238E27FC236}">
                <a16:creationId xmlns:a16="http://schemas.microsoft.com/office/drawing/2014/main" id="{2825DF9A-B3C9-D543-93CE-B51305E3136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3505" y="4267200"/>
            <a:ext cx="4346078" cy="8308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DB009616-793B-44D2-9C98-14B76EE8FE0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3505" y="3552329"/>
            <a:ext cx="4343400" cy="48627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buNone/>
              <a:defRPr sz="2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Title</a:t>
            </a:r>
          </a:p>
        </p:txBody>
      </p:sp>
      <p:sp>
        <p:nvSpPr>
          <p:cNvPr id="7" name="Segnaposto testo 7">
            <a:extLst>
              <a:ext uri="{FF2B5EF4-FFF2-40B4-BE49-F238E27FC236}">
                <a16:creationId xmlns:a16="http://schemas.microsoft.com/office/drawing/2014/main" id="{57207090-0422-40C5-B9CC-34B2225EC7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211138222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C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immagine 22">
            <a:extLst>
              <a:ext uri="{FF2B5EF4-FFF2-40B4-BE49-F238E27FC236}">
                <a16:creationId xmlns:a16="http://schemas.microsoft.com/office/drawing/2014/main" id="{B1A2D5CF-C3AA-2A42-AAC9-7FEFE0B0752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105400" y="1203960"/>
            <a:ext cx="4419600" cy="6408738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11" name="Segnaposto immagine 22">
            <a:extLst>
              <a:ext uri="{FF2B5EF4-FFF2-40B4-BE49-F238E27FC236}">
                <a16:creationId xmlns:a16="http://schemas.microsoft.com/office/drawing/2014/main" id="{5D84AF20-2EC9-9849-9B36-679626C0906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680448" y="1219200"/>
            <a:ext cx="4419600" cy="6408738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13" name="Segnaposto testo 17">
            <a:extLst>
              <a:ext uri="{FF2B5EF4-FFF2-40B4-BE49-F238E27FC236}">
                <a16:creationId xmlns:a16="http://schemas.microsoft.com/office/drawing/2014/main" id="{0C7460CE-4ABE-9244-9634-4830FD50EF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3505" y="4267200"/>
            <a:ext cx="4346078" cy="8308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</a:t>
            </a:r>
          </a:p>
        </p:txBody>
      </p:sp>
      <p:sp>
        <p:nvSpPr>
          <p:cNvPr id="9" name="Segnaposto testo 5">
            <a:extLst>
              <a:ext uri="{FF2B5EF4-FFF2-40B4-BE49-F238E27FC236}">
                <a16:creationId xmlns:a16="http://schemas.microsoft.com/office/drawing/2014/main" id="{1FCBAAD6-8E5F-42CF-91F5-7E7C12CBD0E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3505" y="3552329"/>
            <a:ext cx="4343400" cy="48627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buNone/>
              <a:defRPr sz="2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Title</a:t>
            </a:r>
          </a:p>
        </p:txBody>
      </p:sp>
      <p:sp>
        <p:nvSpPr>
          <p:cNvPr id="15" name="Segnaposto testo 7">
            <a:extLst>
              <a:ext uri="{FF2B5EF4-FFF2-40B4-BE49-F238E27FC236}">
                <a16:creationId xmlns:a16="http://schemas.microsoft.com/office/drawing/2014/main" id="{5A9CA1F5-612C-43C5-B894-5FEBE7596C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  <p:sp>
        <p:nvSpPr>
          <p:cNvPr id="16" name="Segnaposto testo 2">
            <a:extLst>
              <a:ext uri="{FF2B5EF4-FFF2-40B4-BE49-F238E27FC236}">
                <a16:creationId xmlns:a16="http://schemas.microsoft.com/office/drawing/2014/main" id="{CEED9F0C-B994-4C1E-A94B-E575E2A1382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3250" y="1371600"/>
            <a:ext cx="4343400" cy="6096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600" b="1">
                <a:solidFill>
                  <a:schemeClr val="tx2"/>
                </a:solidFill>
                <a:latin typeface="Libre Franklin" panose="00000800000000000000" pitchFamily="2" charset="0"/>
              </a:defRPr>
            </a:lvl1pPr>
            <a:lvl3pPr>
              <a:defRPr/>
            </a:lvl3pPr>
          </a:lstStyle>
          <a:p>
            <a:pPr lvl="0"/>
            <a:r>
              <a:rPr lang="it-IT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400282580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C_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immagine 22">
            <a:extLst>
              <a:ext uri="{FF2B5EF4-FFF2-40B4-BE49-F238E27FC236}">
                <a16:creationId xmlns:a16="http://schemas.microsoft.com/office/drawing/2014/main" id="{B1A2D5CF-C3AA-2A42-AAC9-7FEFE0B0752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105400" y="1203960"/>
            <a:ext cx="4419600" cy="6408738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11" name="Segnaposto immagine 22">
            <a:extLst>
              <a:ext uri="{FF2B5EF4-FFF2-40B4-BE49-F238E27FC236}">
                <a16:creationId xmlns:a16="http://schemas.microsoft.com/office/drawing/2014/main" id="{5D84AF20-2EC9-9849-9B36-679626C0906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680448" y="1219200"/>
            <a:ext cx="4419600" cy="6408738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13" name="Segnaposto testo 17">
            <a:extLst>
              <a:ext uri="{FF2B5EF4-FFF2-40B4-BE49-F238E27FC236}">
                <a16:creationId xmlns:a16="http://schemas.microsoft.com/office/drawing/2014/main" id="{0C7460CE-4ABE-9244-9634-4830FD50EF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3505" y="4267200"/>
            <a:ext cx="4346078" cy="8308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</a:t>
            </a:r>
          </a:p>
        </p:txBody>
      </p:sp>
      <p:sp>
        <p:nvSpPr>
          <p:cNvPr id="8" name="Segnaposto testo 5">
            <a:extLst>
              <a:ext uri="{FF2B5EF4-FFF2-40B4-BE49-F238E27FC236}">
                <a16:creationId xmlns:a16="http://schemas.microsoft.com/office/drawing/2014/main" id="{95C6C90D-0A32-4331-BE1D-ED7BD6E8DD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3505" y="3552329"/>
            <a:ext cx="4343400" cy="48627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buNone/>
              <a:defRPr sz="2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Title</a:t>
            </a:r>
          </a:p>
        </p:txBody>
      </p:sp>
      <p:sp>
        <p:nvSpPr>
          <p:cNvPr id="9" name="Segnaposto testo 7">
            <a:extLst>
              <a:ext uri="{FF2B5EF4-FFF2-40B4-BE49-F238E27FC236}">
                <a16:creationId xmlns:a16="http://schemas.microsoft.com/office/drawing/2014/main" id="{D218BB98-7721-42CE-AC0F-167BF4AAB1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403740136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C_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testo 3">
            <a:extLst>
              <a:ext uri="{FF2B5EF4-FFF2-40B4-BE49-F238E27FC236}">
                <a16:creationId xmlns:a16="http://schemas.microsoft.com/office/drawing/2014/main" id="{FEB0AB04-C688-D646-AC55-56421835BBF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1600200"/>
            <a:ext cx="13335000" cy="1371600"/>
          </a:xfrm>
          <a:prstGeom prst="rect">
            <a:avLst/>
          </a:prstGeom>
        </p:spPr>
        <p:txBody>
          <a:bodyPr lIns="0" tIns="46800" rIns="0" bIns="46800" anchor="ctr" anchorCtr="0"/>
          <a:lstStyle>
            <a:lvl1pPr marL="0" indent="0" algn="ctr">
              <a:buNone/>
              <a:defRPr sz="90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Title</a:t>
            </a:r>
          </a:p>
        </p:txBody>
      </p:sp>
      <p:sp>
        <p:nvSpPr>
          <p:cNvPr id="9" name="Segnaposto testo 3">
            <a:extLst>
              <a:ext uri="{FF2B5EF4-FFF2-40B4-BE49-F238E27FC236}">
                <a16:creationId xmlns:a16="http://schemas.microsoft.com/office/drawing/2014/main" id="{D7183070-73A6-6644-8124-02973CBCA6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3367595"/>
            <a:ext cx="13335000" cy="3852356"/>
          </a:xfrm>
          <a:prstGeom prst="rect">
            <a:avLst/>
          </a:prstGeom>
        </p:spPr>
        <p:txBody>
          <a:bodyPr lIns="0" tIns="46800" rIns="0" bIns="46800" anchor="ctr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8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 err="1"/>
              <a:t>Paragraph</a:t>
            </a:r>
            <a:r>
              <a:rPr lang="it-IT" dirty="0"/>
              <a:t> Title / Body</a:t>
            </a:r>
          </a:p>
        </p:txBody>
      </p:sp>
      <p:sp>
        <p:nvSpPr>
          <p:cNvPr id="5" name="Segnaposto testo 7">
            <a:extLst>
              <a:ext uri="{FF2B5EF4-FFF2-40B4-BE49-F238E27FC236}">
                <a16:creationId xmlns:a16="http://schemas.microsoft.com/office/drawing/2014/main" id="{19236BE0-1045-4174-A9C4-888910D05B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196206511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C_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8">
            <a:extLst>
              <a:ext uri="{FF2B5EF4-FFF2-40B4-BE49-F238E27FC236}">
                <a16:creationId xmlns:a16="http://schemas.microsoft.com/office/drawing/2014/main" id="{6EC08EAF-85BF-B54F-BD2E-D24109A83C31}"/>
              </a:ext>
            </a:extLst>
          </p:cNvPr>
          <p:cNvSpPr/>
          <p:nvPr userDrawn="1"/>
        </p:nvSpPr>
        <p:spPr>
          <a:xfrm>
            <a:off x="273878" y="811213"/>
            <a:ext cx="14100738" cy="69479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Segnaposto testo 5">
            <a:extLst>
              <a:ext uri="{FF2B5EF4-FFF2-40B4-BE49-F238E27FC236}">
                <a16:creationId xmlns:a16="http://schemas.microsoft.com/office/drawing/2014/main" id="{CE6A25A9-ACDC-4FA8-9548-6398120956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3505" y="5867400"/>
            <a:ext cx="4343400" cy="48627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buNone/>
              <a:defRPr sz="2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Title</a:t>
            </a:r>
          </a:p>
        </p:txBody>
      </p:sp>
      <p:sp>
        <p:nvSpPr>
          <p:cNvPr id="9" name="Segnaposto testo 7">
            <a:extLst>
              <a:ext uri="{FF2B5EF4-FFF2-40B4-BE49-F238E27FC236}">
                <a16:creationId xmlns:a16="http://schemas.microsoft.com/office/drawing/2014/main" id="{B29D1A39-EB23-4837-9D42-880903AA43F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  <p:sp>
        <p:nvSpPr>
          <p:cNvPr id="11" name="Segnaposto testo 2">
            <a:extLst>
              <a:ext uri="{FF2B5EF4-FFF2-40B4-BE49-F238E27FC236}">
                <a16:creationId xmlns:a16="http://schemas.microsoft.com/office/drawing/2014/main" id="{9AB8D915-7C48-4D88-9742-2BB34A9130E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3250" y="1371600"/>
            <a:ext cx="9531350" cy="6096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600" b="1">
                <a:solidFill>
                  <a:schemeClr val="tx2"/>
                </a:solidFill>
                <a:latin typeface="Libre Franklin" panose="00000800000000000000" pitchFamily="2" charset="0"/>
              </a:defRPr>
            </a:lvl1pPr>
          </a:lstStyle>
          <a:p>
            <a:pPr lvl="0"/>
            <a:r>
              <a:rPr lang="it-IT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09906351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C_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immagine 3">
            <a:extLst>
              <a:ext uri="{FF2B5EF4-FFF2-40B4-BE49-F238E27FC236}">
                <a16:creationId xmlns:a16="http://schemas.microsoft.com/office/drawing/2014/main" id="{5AB39904-7778-0B43-B5E4-2E63983120D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5723" y="1413669"/>
            <a:ext cx="4337278" cy="2315184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 dirty="0"/>
          </a:p>
        </p:txBody>
      </p:sp>
      <p:sp>
        <p:nvSpPr>
          <p:cNvPr id="9" name="Segnaposto testo 6">
            <a:extLst>
              <a:ext uri="{FF2B5EF4-FFF2-40B4-BE49-F238E27FC236}">
                <a16:creationId xmlns:a16="http://schemas.microsoft.com/office/drawing/2014/main" id="{918CF61B-631D-5840-8839-71F099875E5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733007"/>
            <a:ext cx="4337277" cy="5683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10" name="Segnaposto immagine 3">
            <a:extLst>
              <a:ext uri="{FF2B5EF4-FFF2-40B4-BE49-F238E27FC236}">
                <a16:creationId xmlns:a16="http://schemas.microsoft.com/office/drawing/2014/main" id="{AA72836D-1196-1B4B-AAA1-4433A7F7723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69434" y="1423269"/>
            <a:ext cx="4337278" cy="2315184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16AFB081-16A0-3F49-9003-8B35619A9F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63311" y="3742607"/>
            <a:ext cx="4343400" cy="5683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12" name="Segnaposto immagine 3">
            <a:extLst>
              <a:ext uri="{FF2B5EF4-FFF2-40B4-BE49-F238E27FC236}">
                <a16:creationId xmlns:a16="http://schemas.microsoft.com/office/drawing/2014/main" id="{9A81A466-CE69-0146-A75E-1970D01A48D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692639" y="1423269"/>
            <a:ext cx="4337278" cy="2315184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13" name="Segnaposto testo 6">
            <a:extLst>
              <a:ext uri="{FF2B5EF4-FFF2-40B4-BE49-F238E27FC236}">
                <a16:creationId xmlns:a16="http://schemas.microsoft.com/office/drawing/2014/main" id="{CCE4BA25-84DA-CE41-98C9-2420C2B90A0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86516" y="3742607"/>
            <a:ext cx="4343400" cy="5683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14" name="Segnaposto immagine 3">
            <a:extLst>
              <a:ext uri="{FF2B5EF4-FFF2-40B4-BE49-F238E27FC236}">
                <a16:creationId xmlns:a16="http://schemas.microsoft.com/office/drawing/2014/main" id="{89BE548F-5246-9D4D-8033-DDA32726720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600" y="4536206"/>
            <a:ext cx="4337278" cy="2315184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15" name="Segnaposto testo 6">
            <a:extLst>
              <a:ext uri="{FF2B5EF4-FFF2-40B4-BE49-F238E27FC236}">
                <a16:creationId xmlns:a16="http://schemas.microsoft.com/office/drawing/2014/main" id="{B0DEA285-CA8F-D945-B04C-E0F5F4952DD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3477" y="6855544"/>
            <a:ext cx="4343400" cy="5683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16" name="Segnaposto immagine 3">
            <a:extLst>
              <a:ext uri="{FF2B5EF4-FFF2-40B4-BE49-F238E27FC236}">
                <a16:creationId xmlns:a16="http://schemas.microsoft.com/office/drawing/2014/main" id="{6A5C5820-862C-014B-A22E-74BC33C3DB3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163311" y="4545806"/>
            <a:ext cx="4337278" cy="2315184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17" name="Segnaposto testo 6">
            <a:extLst>
              <a:ext uri="{FF2B5EF4-FFF2-40B4-BE49-F238E27FC236}">
                <a16:creationId xmlns:a16="http://schemas.microsoft.com/office/drawing/2014/main" id="{70C376EC-13CF-994A-BFA8-3BB4591778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57188" y="6865144"/>
            <a:ext cx="4343400" cy="5683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18" name="Segnaposto immagine 3">
            <a:extLst>
              <a:ext uri="{FF2B5EF4-FFF2-40B4-BE49-F238E27FC236}">
                <a16:creationId xmlns:a16="http://schemas.microsoft.com/office/drawing/2014/main" id="{CDBF8737-F763-954E-839A-D9CB321436D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686516" y="4545806"/>
            <a:ext cx="4337278" cy="2315184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19" name="Segnaposto testo 6">
            <a:extLst>
              <a:ext uri="{FF2B5EF4-FFF2-40B4-BE49-F238E27FC236}">
                <a16:creationId xmlns:a16="http://schemas.microsoft.com/office/drawing/2014/main" id="{E8887949-3CD0-754E-9F54-B23DCF11C9B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680393" y="6865144"/>
            <a:ext cx="4343400" cy="5683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20" name="Segnaposto testo 7">
            <a:extLst>
              <a:ext uri="{FF2B5EF4-FFF2-40B4-BE49-F238E27FC236}">
                <a16:creationId xmlns:a16="http://schemas.microsoft.com/office/drawing/2014/main" id="{2322EB15-AD0E-4242-B89B-624635375A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18734938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C_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egnaposto testo 6">
            <a:extLst>
              <a:ext uri="{FF2B5EF4-FFF2-40B4-BE49-F238E27FC236}">
                <a16:creationId xmlns:a16="http://schemas.microsoft.com/office/drawing/2014/main" id="{F1CE3D6C-12A9-8E41-9C58-EFAA6B8B86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728853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21" name="Segnaposto immagine 3">
            <a:extLst>
              <a:ext uri="{FF2B5EF4-FFF2-40B4-BE49-F238E27FC236}">
                <a16:creationId xmlns:a16="http://schemas.microsoft.com/office/drawing/2014/main" id="{E6CEE213-D84E-5E4E-AC91-63079203809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5723" y="1444751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22" name="Segnaposto testo 6">
            <a:extLst>
              <a:ext uri="{FF2B5EF4-FFF2-40B4-BE49-F238E27FC236}">
                <a16:creationId xmlns:a16="http://schemas.microsoft.com/office/drawing/2014/main" id="{95F5DBDD-BE7C-C449-A868-14134BEAD1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10566" y="3728853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23" name="Segnaposto immagine 3">
            <a:extLst>
              <a:ext uri="{FF2B5EF4-FFF2-40B4-BE49-F238E27FC236}">
                <a16:creationId xmlns:a16="http://schemas.microsoft.com/office/drawing/2014/main" id="{13A08CB9-1758-264F-B575-6A80C61AD7A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16689" y="1444751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24" name="Segnaposto testo 6">
            <a:extLst>
              <a:ext uri="{FF2B5EF4-FFF2-40B4-BE49-F238E27FC236}">
                <a16:creationId xmlns:a16="http://schemas.microsoft.com/office/drawing/2014/main" id="{C01F4275-9DBB-A347-9A9F-A591974D3E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03157" y="3736849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25" name="Segnaposto immagine 3">
            <a:extLst>
              <a:ext uri="{FF2B5EF4-FFF2-40B4-BE49-F238E27FC236}">
                <a16:creationId xmlns:a16="http://schemas.microsoft.com/office/drawing/2014/main" id="{669731CD-2F50-EB40-969D-B179AE9168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409280" y="1452747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26" name="Segnaposto testo 6">
            <a:extLst>
              <a:ext uri="{FF2B5EF4-FFF2-40B4-BE49-F238E27FC236}">
                <a16:creationId xmlns:a16="http://schemas.microsoft.com/office/drawing/2014/main" id="{7A5DFF7D-7EDB-C44B-8A30-AA7B465A59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784374" y="3736849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27" name="Segnaposto immagine 3">
            <a:extLst>
              <a:ext uri="{FF2B5EF4-FFF2-40B4-BE49-F238E27FC236}">
                <a16:creationId xmlns:a16="http://schemas.microsoft.com/office/drawing/2014/main" id="{3D861458-ED50-9241-B823-BE8D023CF15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0790497" y="1452747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28" name="Segnaposto testo 6">
            <a:extLst>
              <a:ext uri="{FF2B5EF4-FFF2-40B4-BE49-F238E27FC236}">
                <a16:creationId xmlns:a16="http://schemas.microsoft.com/office/drawing/2014/main" id="{F89A19A1-CA06-3347-9BED-9438F39CF61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769877" y="6776854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29" name="Segnaposto immagine 3">
            <a:extLst>
              <a:ext uri="{FF2B5EF4-FFF2-40B4-BE49-F238E27FC236}">
                <a16:creationId xmlns:a16="http://schemas.microsoft.com/office/drawing/2014/main" id="{F9E7D726-3FCD-D74B-97E0-45DE97EE989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0776000" y="4492752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30" name="Segnaposto testo 6">
            <a:extLst>
              <a:ext uri="{FF2B5EF4-FFF2-40B4-BE49-F238E27FC236}">
                <a16:creationId xmlns:a16="http://schemas.microsoft.com/office/drawing/2014/main" id="{847EC755-974C-D743-B076-1B0FBF3BEF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382257" y="6773808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31" name="Segnaposto immagine 3">
            <a:extLst>
              <a:ext uri="{FF2B5EF4-FFF2-40B4-BE49-F238E27FC236}">
                <a16:creationId xmlns:a16="http://schemas.microsoft.com/office/drawing/2014/main" id="{8BC28183-FAD6-4C44-89FD-7A1296EA277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388380" y="4489706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32" name="Segnaposto testo 6">
            <a:extLst>
              <a:ext uri="{FF2B5EF4-FFF2-40B4-BE49-F238E27FC236}">
                <a16:creationId xmlns:a16="http://schemas.microsoft.com/office/drawing/2014/main" id="{552809AE-B217-CB4D-9124-B4CC36F30D1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996095" y="6784850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33" name="Segnaposto immagine 3">
            <a:extLst>
              <a:ext uri="{FF2B5EF4-FFF2-40B4-BE49-F238E27FC236}">
                <a16:creationId xmlns:a16="http://schemas.microsoft.com/office/drawing/2014/main" id="{FA26F96C-BDEA-B445-85C9-16EF1B708E3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002218" y="4500748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34" name="Segnaposto testo 6">
            <a:extLst>
              <a:ext uri="{FF2B5EF4-FFF2-40B4-BE49-F238E27FC236}">
                <a16:creationId xmlns:a16="http://schemas.microsoft.com/office/drawing/2014/main" id="{A5E42E8D-9BC0-E74E-8838-6B3F9F3EDC2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344" y="6784850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35" name="Segnaposto immagine 3">
            <a:extLst>
              <a:ext uri="{FF2B5EF4-FFF2-40B4-BE49-F238E27FC236}">
                <a16:creationId xmlns:a16="http://schemas.microsoft.com/office/drawing/2014/main" id="{F5F3982E-EA2E-5A4A-9168-DFB7E568BE5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16467" y="4500748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19" name="Segnaposto testo 7">
            <a:extLst>
              <a:ext uri="{FF2B5EF4-FFF2-40B4-BE49-F238E27FC236}">
                <a16:creationId xmlns:a16="http://schemas.microsoft.com/office/drawing/2014/main" id="{207068AE-FED6-477D-B174-24044D8D57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286043188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stroC_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egnaposto testo 7">
            <a:extLst>
              <a:ext uri="{FF2B5EF4-FFF2-40B4-BE49-F238E27FC236}">
                <a16:creationId xmlns:a16="http://schemas.microsoft.com/office/drawing/2014/main" id="{207068AE-FED6-477D-B174-24044D8D57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30021027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emf"/><Relationship Id="rId7" Type="http://schemas.openxmlformats.org/officeDocument/2006/relationships/image" Target="../media/image2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<Relationship Id="rId6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1.xml"/><Relationship Id="rId18" Type="http://schemas.openxmlformats.org/officeDocument/2006/relationships/theme" Target="../theme/theme2.xml"/><Relationship Id="rId19" Type="http://schemas.openxmlformats.org/officeDocument/2006/relationships/image" Target="../media/image1.emf"/><Relationship Id="rId20" Type="http://schemas.openxmlformats.org/officeDocument/2006/relationships/image" Target="../media/image2.emf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theme" Target="../theme/theme3.xml"/><Relationship Id="rId7" Type="http://schemas.openxmlformats.org/officeDocument/2006/relationships/image" Target="../media/image1.emf"/><Relationship Id="rId8" Type="http://schemas.openxmlformats.org/officeDocument/2006/relationships/image" Target="../media/image2.emf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9.xml"/><Relationship Id="rId4" Type="http://schemas.openxmlformats.org/officeDocument/2006/relationships/slideLayout" Target="../slideLayouts/slideLayout30.xml"/><Relationship Id="rId5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6.xml"/><Relationship Id="rId11" Type="http://schemas.openxmlformats.org/officeDocument/2006/relationships/theme" Target="../theme/theme4.xml"/><Relationship Id="rId12" Type="http://schemas.openxmlformats.org/officeDocument/2006/relationships/image" Target="../media/image1.emf"/><Relationship Id="rId13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magine 10">
            <a:extLst>
              <a:ext uri="{FF2B5EF4-FFF2-40B4-BE49-F238E27FC236}">
                <a16:creationId xmlns:a16="http://schemas.microsoft.com/office/drawing/2014/main" id="{8B9BA92C-5ABA-0B40-BB5E-F9D47C09D17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3069858" y="304508"/>
            <a:ext cx="950942" cy="622800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DE95BA30-7172-FD43-A770-F0CAA496FF56}"/>
              </a:ext>
            </a:extLst>
          </p:cNvPr>
          <p:cNvSpPr txBox="1"/>
          <p:nvPr userDrawn="1"/>
        </p:nvSpPr>
        <p:spPr>
          <a:xfrm>
            <a:off x="609600" y="7846821"/>
            <a:ext cx="4937125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BOTTERO </a:t>
            </a:r>
            <a:r>
              <a:rPr kumimoji="0" lang="en" sz="1000" b="0" i="0" u="none" strike="noStrike" kern="1200" cap="none" spc="1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S.p.A. 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- </a:t>
            </a: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All Rights</a:t>
            </a:r>
            <a:r>
              <a:rPr kumimoji="0" lang="en" sz="1000" b="0" i="0" u="none" strike="noStrike" kern="1200" cap="none" spc="-114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 </a:t>
            </a: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Reserved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CC6AF91-F891-4AA0-98F6-676174F483ED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3052496" y="7826371"/>
            <a:ext cx="962612" cy="194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770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3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2">
          <p15:clr>
            <a:srgbClr val="F26B43"/>
          </p15:clr>
        </p15:guide>
        <p15:guide id="2" pos="38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magine 10">
            <a:extLst>
              <a:ext uri="{FF2B5EF4-FFF2-40B4-BE49-F238E27FC236}">
                <a16:creationId xmlns:a16="http://schemas.microsoft.com/office/drawing/2014/main" id="{8B9BA92C-5ABA-0B40-BB5E-F9D47C09D17E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3069858" y="304508"/>
            <a:ext cx="950942" cy="622800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DE95BA30-7172-FD43-A770-F0CAA496FF56}"/>
              </a:ext>
            </a:extLst>
          </p:cNvPr>
          <p:cNvSpPr txBox="1"/>
          <p:nvPr userDrawn="1"/>
        </p:nvSpPr>
        <p:spPr>
          <a:xfrm>
            <a:off x="609600" y="7846821"/>
            <a:ext cx="4937125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BOTTERO </a:t>
            </a:r>
            <a:r>
              <a:rPr kumimoji="0" lang="en" sz="1000" b="0" i="0" u="none" strike="noStrike" kern="1200" cap="none" spc="1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S.p.A. 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- </a:t>
            </a: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All Rights</a:t>
            </a:r>
            <a:r>
              <a:rPr kumimoji="0" lang="en" sz="1000" b="0" i="0" u="none" strike="noStrike" kern="1200" cap="none" spc="-114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 </a:t>
            </a: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Reserved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CC6AF91-F891-4AA0-98F6-676174F483ED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3052496" y="7826371"/>
            <a:ext cx="962612" cy="194787"/>
          </a:xfrm>
          <a:prstGeom prst="rect">
            <a:avLst/>
          </a:prstGeom>
        </p:spPr>
      </p:pic>
      <p:sp>
        <p:nvSpPr>
          <p:cNvPr id="5" name="object 2">
            <a:extLst>
              <a:ext uri="{FF2B5EF4-FFF2-40B4-BE49-F238E27FC236}">
                <a16:creationId xmlns:a16="http://schemas.microsoft.com/office/drawing/2014/main" id="{96E4F573-4840-4ABE-A0F2-3D67184609AD}"/>
              </a:ext>
            </a:extLst>
          </p:cNvPr>
          <p:cNvSpPr/>
          <p:nvPr userDrawn="1"/>
        </p:nvSpPr>
        <p:spPr>
          <a:xfrm>
            <a:off x="0" y="1219200"/>
            <a:ext cx="14630400" cy="6438900"/>
          </a:xfrm>
          <a:custGeom>
            <a:avLst/>
            <a:gdLst/>
            <a:ahLst/>
            <a:cxnLst/>
            <a:rect l="l" t="t" r="r" b="b"/>
            <a:pathLst>
              <a:path w="14630400" h="6438900">
                <a:moveTo>
                  <a:pt x="0" y="6438900"/>
                </a:moveTo>
                <a:lnTo>
                  <a:pt x="14630400" y="6438900"/>
                </a:lnTo>
                <a:lnTo>
                  <a:pt x="14630400" y="0"/>
                </a:lnTo>
                <a:lnTo>
                  <a:pt x="0" y="0"/>
                </a:lnTo>
                <a:lnTo>
                  <a:pt x="0" y="643890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23033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718" r:id="rId16"/>
    <p:sldLayoutId id="214748372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2">
          <p15:clr>
            <a:srgbClr val="F26B43"/>
          </p15:clr>
        </p15:guide>
        <p15:guide id="2" pos="384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B16319FD-FEAE-4AC3-A404-2D2877110BB5}"/>
              </a:ext>
            </a:extLst>
          </p:cNvPr>
          <p:cNvSpPr/>
          <p:nvPr userDrawn="1"/>
        </p:nvSpPr>
        <p:spPr>
          <a:xfrm>
            <a:off x="0" y="1219200"/>
            <a:ext cx="14630400" cy="6438900"/>
          </a:xfrm>
          <a:custGeom>
            <a:avLst/>
            <a:gdLst/>
            <a:ahLst/>
            <a:cxnLst/>
            <a:rect l="l" t="t" r="r" b="b"/>
            <a:pathLst>
              <a:path w="14630400" h="6438900">
                <a:moveTo>
                  <a:pt x="0" y="6438900"/>
                </a:moveTo>
                <a:lnTo>
                  <a:pt x="14630400" y="6438900"/>
                </a:lnTo>
                <a:lnTo>
                  <a:pt x="14630400" y="0"/>
                </a:lnTo>
                <a:lnTo>
                  <a:pt x="0" y="0"/>
                </a:lnTo>
                <a:lnTo>
                  <a:pt x="0" y="643890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3">
            <a:extLst>
              <a:ext uri="{FF2B5EF4-FFF2-40B4-BE49-F238E27FC236}">
                <a16:creationId xmlns:a16="http://schemas.microsoft.com/office/drawing/2014/main" id="{C0A962BA-6B93-4A01-8607-A4D540FD681F}"/>
              </a:ext>
            </a:extLst>
          </p:cNvPr>
          <p:cNvSpPr/>
          <p:nvPr userDrawn="1"/>
        </p:nvSpPr>
        <p:spPr>
          <a:xfrm>
            <a:off x="0" y="7195576"/>
            <a:ext cx="14630400" cy="1034415"/>
          </a:xfrm>
          <a:custGeom>
            <a:avLst/>
            <a:gdLst/>
            <a:ahLst/>
            <a:cxnLst/>
            <a:rect l="l" t="t" r="r" b="b"/>
            <a:pathLst>
              <a:path w="14630400" h="1034415">
                <a:moveTo>
                  <a:pt x="14630400" y="0"/>
                </a:moveTo>
                <a:lnTo>
                  <a:pt x="14578538" y="21168"/>
                </a:lnTo>
                <a:lnTo>
                  <a:pt x="14536283" y="37862"/>
                </a:lnTo>
                <a:lnTo>
                  <a:pt x="14493671" y="54238"/>
                </a:lnTo>
                <a:lnTo>
                  <a:pt x="14450702" y="70296"/>
                </a:lnTo>
                <a:lnTo>
                  <a:pt x="14407377" y="86036"/>
                </a:lnTo>
                <a:lnTo>
                  <a:pt x="14363694" y="101459"/>
                </a:lnTo>
                <a:lnTo>
                  <a:pt x="14319654" y="116564"/>
                </a:lnTo>
                <a:lnTo>
                  <a:pt x="14230504" y="145820"/>
                </a:lnTo>
                <a:lnTo>
                  <a:pt x="14139925" y="173805"/>
                </a:lnTo>
                <a:lnTo>
                  <a:pt x="14047919" y="200518"/>
                </a:lnTo>
                <a:lnTo>
                  <a:pt x="13954484" y="225959"/>
                </a:lnTo>
                <a:lnTo>
                  <a:pt x="13859621" y="250129"/>
                </a:lnTo>
                <a:lnTo>
                  <a:pt x="13763330" y="273028"/>
                </a:lnTo>
                <a:lnTo>
                  <a:pt x="13665611" y="294654"/>
                </a:lnTo>
                <a:lnTo>
                  <a:pt x="13566463" y="315009"/>
                </a:lnTo>
                <a:lnTo>
                  <a:pt x="13465887" y="334092"/>
                </a:lnTo>
                <a:lnTo>
                  <a:pt x="13363882" y="351903"/>
                </a:lnTo>
                <a:lnTo>
                  <a:pt x="13260449" y="368443"/>
                </a:lnTo>
                <a:lnTo>
                  <a:pt x="13155587" y="383710"/>
                </a:lnTo>
                <a:lnTo>
                  <a:pt x="13049296" y="397706"/>
                </a:lnTo>
                <a:lnTo>
                  <a:pt x="12887180" y="416314"/>
                </a:lnTo>
                <a:lnTo>
                  <a:pt x="12721850" y="432059"/>
                </a:lnTo>
                <a:lnTo>
                  <a:pt x="12553305" y="444942"/>
                </a:lnTo>
                <a:lnTo>
                  <a:pt x="12381544" y="454963"/>
                </a:lnTo>
                <a:lnTo>
                  <a:pt x="12206567" y="462121"/>
                </a:lnTo>
                <a:lnTo>
                  <a:pt x="12028375" y="466416"/>
                </a:lnTo>
                <a:lnTo>
                  <a:pt x="11846966" y="467847"/>
                </a:lnTo>
                <a:lnTo>
                  <a:pt x="0" y="467847"/>
                </a:lnTo>
                <a:lnTo>
                  <a:pt x="0" y="1034023"/>
                </a:lnTo>
                <a:lnTo>
                  <a:pt x="14630400" y="1034023"/>
                </a:lnTo>
                <a:lnTo>
                  <a:pt x="146304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37C0CBA8-73D1-6946-A35D-A01AF414D402}"/>
              </a:ext>
            </a:extLst>
          </p:cNvPr>
          <p:cNvSpPr txBox="1"/>
          <p:nvPr userDrawn="1"/>
        </p:nvSpPr>
        <p:spPr>
          <a:xfrm>
            <a:off x="609600" y="7846821"/>
            <a:ext cx="4937125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BOTTERO </a:t>
            </a:r>
            <a:r>
              <a:rPr kumimoji="0" lang="en" sz="1000" b="0" i="0" u="none" strike="noStrike" kern="1200" cap="none" spc="1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S.p.A. 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- </a:t>
            </a: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All Rights</a:t>
            </a:r>
            <a:r>
              <a:rPr kumimoji="0" lang="en" sz="1000" b="0" i="0" u="none" strike="noStrike" kern="1200" cap="none" spc="-114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 </a:t>
            </a: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Reserved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97EA332F-A858-426C-8232-623BA788C6B1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3069858" y="304508"/>
            <a:ext cx="950942" cy="622800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9744FAFC-046E-48EE-AE7B-BC184DC18A7D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3052496" y="7826371"/>
            <a:ext cx="962612" cy="194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263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19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3FF9B922-CF5C-7445-87B5-08DD17C52E89}"/>
              </a:ext>
            </a:extLst>
          </p:cNvPr>
          <p:cNvSpPr txBox="1"/>
          <p:nvPr userDrawn="1"/>
        </p:nvSpPr>
        <p:spPr>
          <a:xfrm>
            <a:off x="609600" y="7846821"/>
            <a:ext cx="4937125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BOTTERO </a:t>
            </a:r>
            <a:r>
              <a:rPr kumimoji="0" lang="en" sz="1000" b="0" i="0" u="none" strike="noStrike" kern="1200" cap="none" spc="1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S.p.A. 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- </a:t>
            </a: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All Rights</a:t>
            </a:r>
            <a:r>
              <a:rPr kumimoji="0" lang="en" sz="1000" b="0" i="0" u="none" strike="noStrike" kern="1200" cap="none" spc="-114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 </a:t>
            </a: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Reserved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3C1C6291-A3D1-42E5-BE65-3E060F9DCD70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3069858" y="304508"/>
            <a:ext cx="950942" cy="622800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712567B5-AB20-4217-8538-CF31C53291F7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3052496" y="7826371"/>
            <a:ext cx="962612" cy="194787"/>
          </a:xfrm>
          <a:prstGeom prst="rect">
            <a:avLst/>
          </a:prstGeom>
        </p:spPr>
      </p:pic>
      <p:sp>
        <p:nvSpPr>
          <p:cNvPr id="7" name="object 3">
            <a:extLst>
              <a:ext uri="{FF2B5EF4-FFF2-40B4-BE49-F238E27FC236}">
                <a16:creationId xmlns:a16="http://schemas.microsoft.com/office/drawing/2014/main" id="{08122872-6EFE-4B21-B4F8-69CE79EE2B2D}"/>
              </a:ext>
            </a:extLst>
          </p:cNvPr>
          <p:cNvSpPr/>
          <p:nvPr userDrawn="1"/>
        </p:nvSpPr>
        <p:spPr>
          <a:xfrm>
            <a:off x="-24714" y="0"/>
            <a:ext cx="12679045" cy="8229600"/>
          </a:xfrm>
          <a:custGeom>
            <a:avLst/>
            <a:gdLst/>
            <a:ahLst/>
            <a:cxnLst/>
            <a:rect l="l" t="t" r="r" b="b"/>
            <a:pathLst>
              <a:path w="12679045" h="8229600">
                <a:moveTo>
                  <a:pt x="12651346" y="0"/>
                </a:moveTo>
                <a:lnTo>
                  <a:pt x="0" y="0"/>
                </a:lnTo>
                <a:lnTo>
                  <a:pt x="0" y="8229600"/>
                </a:lnTo>
                <a:lnTo>
                  <a:pt x="11834347" y="8229600"/>
                </a:lnTo>
                <a:lnTo>
                  <a:pt x="12579958" y="2257201"/>
                </a:lnTo>
                <a:lnTo>
                  <a:pt x="12586744" y="2202004"/>
                </a:lnTo>
                <a:lnTo>
                  <a:pt x="12593289" y="2146982"/>
                </a:lnTo>
                <a:lnTo>
                  <a:pt x="12599594" y="2092135"/>
                </a:lnTo>
                <a:lnTo>
                  <a:pt x="12605658" y="2037463"/>
                </a:lnTo>
                <a:lnTo>
                  <a:pt x="12611481" y="1982966"/>
                </a:lnTo>
                <a:lnTo>
                  <a:pt x="12617064" y="1928644"/>
                </a:lnTo>
                <a:lnTo>
                  <a:pt x="12622406" y="1874497"/>
                </a:lnTo>
                <a:lnTo>
                  <a:pt x="12627507" y="1820525"/>
                </a:lnTo>
                <a:lnTo>
                  <a:pt x="12632368" y="1766728"/>
                </a:lnTo>
                <a:lnTo>
                  <a:pt x="12636988" y="1713106"/>
                </a:lnTo>
                <a:lnTo>
                  <a:pt x="12641367" y="1659660"/>
                </a:lnTo>
                <a:lnTo>
                  <a:pt x="12645506" y="1606388"/>
                </a:lnTo>
                <a:lnTo>
                  <a:pt x="12649404" y="1553291"/>
                </a:lnTo>
                <a:lnTo>
                  <a:pt x="12653061" y="1500369"/>
                </a:lnTo>
                <a:lnTo>
                  <a:pt x="12656478" y="1447622"/>
                </a:lnTo>
                <a:lnTo>
                  <a:pt x="12659654" y="1395050"/>
                </a:lnTo>
                <a:lnTo>
                  <a:pt x="12662590" y="1342654"/>
                </a:lnTo>
                <a:lnTo>
                  <a:pt x="12665284" y="1290432"/>
                </a:lnTo>
                <a:lnTo>
                  <a:pt x="12667739" y="1238385"/>
                </a:lnTo>
                <a:lnTo>
                  <a:pt x="12669952" y="1186513"/>
                </a:lnTo>
                <a:lnTo>
                  <a:pt x="12671925" y="1134816"/>
                </a:lnTo>
                <a:lnTo>
                  <a:pt x="12673658" y="1083295"/>
                </a:lnTo>
                <a:lnTo>
                  <a:pt x="12675150" y="1031948"/>
                </a:lnTo>
                <a:lnTo>
                  <a:pt x="12676401" y="980776"/>
                </a:lnTo>
                <a:lnTo>
                  <a:pt x="12677411" y="929779"/>
                </a:lnTo>
                <a:lnTo>
                  <a:pt x="12678181" y="878957"/>
                </a:lnTo>
                <a:lnTo>
                  <a:pt x="12678711" y="828310"/>
                </a:lnTo>
                <a:lnTo>
                  <a:pt x="12679000" y="777838"/>
                </a:lnTo>
                <a:lnTo>
                  <a:pt x="12679048" y="727542"/>
                </a:lnTo>
                <a:lnTo>
                  <a:pt x="12678856" y="677420"/>
                </a:lnTo>
                <a:lnTo>
                  <a:pt x="12678423" y="627473"/>
                </a:lnTo>
                <a:lnTo>
                  <a:pt x="12677749" y="577701"/>
                </a:lnTo>
                <a:lnTo>
                  <a:pt x="12676835" y="528104"/>
                </a:lnTo>
                <a:lnTo>
                  <a:pt x="12675681" y="478682"/>
                </a:lnTo>
                <a:lnTo>
                  <a:pt x="12674285" y="429435"/>
                </a:lnTo>
                <a:lnTo>
                  <a:pt x="12672650" y="380363"/>
                </a:lnTo>
                <a:lnTo>
                  <a:pt x="12670773" y="331466"/>
                </a:lnTo>
                <a:lnTo>
                  <a:pt x="12668657" y="282743"/>
                </a:lnTo>
                <a:lnTo>
                  <a:pt x="12666299" y="234196"/>
                </a:lnTo>
                <a:lnTo>
                  <a:pt x="12663701" y="185824"/>
                </a:lnTo>
                <a:lnTo>
                  <a:pt x="12660863" y="137627"/>
                </a:lnTo>
                <a:lnTo>
                  <a:pt x="12657784" y="89605"/>
                </a:lnTo>
                <a:lnTo>
                  <a:pt x="12654464" y="41757"/>
                </a:lnTo>
                <a:lnTo>
                  <a:pt x="12651346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98738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20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 algn="l"/>
            <a:r>
              <a:rPr sz="4000" b="1">
                <a:solidFill>
                  <a:srgbClr val="004B87"/>
                </a:solidFill>
                <a:latin typeface="Libre Franklin"/>
              </a:rPr>
              <a:t>Glass Assist AI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 algn="l"/>
            <a:r>
              <a:rPr sz="1600" b="0">
                <a:solidFill>
                  <a:srgbClr val="333333"/>
                </a:solidFill>
                <a:latin typeface="Libre Franklin"/>
              </a:rPr>
              <a:t>Business Case Finanziario &amp; Previsione Volumi 2027-2030
Comitato Investimenti Bottero
8 Luglio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l"/>
            <a:r>
              <a:rPr sz="1800" b="1">
                <a:solidFill>
                  <a:srgbClr val="004B87"/>
                </a:solidFill>
                <a:latin typeface="Libre Franklin"/>
              </a:rPr>
              <a:t>Executive Summary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 lIns="137160" rIns="137160" tIns="91440" bIns="91440"/>
          <a:lstStyle/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Prodotto: chatbot vocale/text per assistenza operatori su linee IS vetro cavo</a:t>
            </a:r>
          </a:p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Investimento CAPEX iniziale: € 576.000 (sviluppo, certificazione, HW)</a:t>
            </a:r>
          </a:p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OPEX ricorrente: € 805K (Y1) → € 1.341K (Y3) per scalare delivery/support</a:t>
            </a:r>
          </a:p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Payback: 31 mesi, Break-even cumulativo: Maggio 2029</a:t>
            </a:r>
          </a:p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ROI: +22% (36m) / +89% (48m a fine 2030) / +198% (60m)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03504" y="4023360"/>
            <a:ext cx="1341424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Mercato target: 13,6 MLD€ fatturato aggregato top 15 gruppi internazionali</a:t>
            </a:r>
          </a:p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Pipeline: 87 clienti primari + 41 secondari = 128 prospect qualificati</a:t>
            </a:r>
          </a:p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Hit rate assunto: 10% (5-9 deal/anno a regime)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l"/>
            <a:r>
              <a:rPr sz="1800" b="1">
                <a:solidFill>
                  <a:srgbClr val="004B87"/>
                </a:solidFill>
                <a:latin typeface="Libre Franklin"/>
              </a:rPr>
              <a:t>Assunzioni Chiave &amp; Metodologia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 lIns="137160" rIns="137160" tIns="91440" bIns="91440"/>
          <a:lstStyle/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Hit rate 10% su pipeline qualificata (conservativo su base EasyRock/Invert)</a:t>
            </a:r>
          </a:p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Funnel conversione: 30% lead→pilot, 70% pilot→rollout, chiusura media 18 mesi</a:t>
            </a:r>
          </a:p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Pricing bundle Full Stack: € 90K/sito/anno + € 53K one-off</a:t>
            </a:r>
          </a:p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Mix bundle realistico: 20% Base / 30% Base+Action / 50% Full Stack</a:t>
            </a:r>
          </a:p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Media ponderata ricorrente: € 73.500/sito/anno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03504" y="4023360"/>
            <a:ext cx="1341424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Mercato target downstream: vetro cavo (container + pharma + cosmetico)</a:t>
            </a:r>
          </a:p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Voci di costo scalate con # siti (1 FTE delivery / 10 siti)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l"/>
            <a:r>
              <a:rPr sz="1800" b="1">
                <a:solidFill>
                  <a:srgbClr val="004B87"/>
                </a:solidFill>
                <a:latin typeface="Libre Franklin"/>
              </a:rPr>
              <a:t>Piano Investimenti - CAPEX Iniziale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3504" y="1463040"/>
          <a:ext cx="13414248" cy="640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1416"/>
                <a:gridCol w="4471416"/>
                <a:gridCol w="4471416"/>
              </a:tblGrid>
              <a:tr h="10668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Libre Franklin"/>
                        </a:rPr>
                        <a:t>Voce CAPEX</a:t>
                      </a:r>
                    </a:p>
                  </a:txBody>
                  <a:tcPr marL="73152" marR="73152" marT="36576" marB="36576">
                    <a:solidFill>
                      <a:srgbClr val="004B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Libre Franklin"/>
                        </a:rPr>
                        <a:t>Importo</a:t>
                      </a:r>
                    </a:p>
                  </a:txBody>
                  <a:tcPr marL="73152" marR="73152" marT="36576" marB="36576">
                    <a:solidFill>
                      <a:srgbClr val="004B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Libre Franklin"/>
                        </a:rPr>
                        <a:t>Note</a:t>
                      </a:r>
                    </a:p>
                  </a:txBody>
                  <a:tcPr marL="73152" marR="73152" marT="36576" marB="36576">
                    <a:solidFill>
                      <a:srgbClr val="004B87"/>
                    </a:solidFill>
                  </a:tcPr>
                </a:tc>
              </a:tr>
              <a:tr h="10668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Sviluppo Core (MVP1+MVP2)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€ 410.000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7.200h × €57/h (già budget)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HW Lab R&amp;D (2 server + switch)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€ 36.000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Per sviluppo e test interno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10668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Certificazione IEC 62443 SL2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€ 80.000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Penetration test, audit, doc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Integrazione Glassform.ai (API/SLA)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€ 50.000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Connettori, mock layer, test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10668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TOTALE CAPEX INIZIALE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€ 576.000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Approvato in budget + integrazioni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l"/>
            <a:r>
              <a:rPr sz="1800" b="1">
                <a:solidFill>
                  <a:srgbClr val="004B87"/>
                </a:solidFill>
                <a:latin typeface="Libre Franklin"/>
              </a:rPr>
              <a:t>OPEX Ricorrenti per Anno (€ K)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3504" y="1463040"/>
          <a:ext cx="13414248" cy="640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849"/>
                <a:gridCol w="2682849"/>
                <a:gridCol w="2682849"/>
                <a:gridCol w="2682849"/>
                <a:gridCol w="2682852"/>
              </a:tblGrid>
              <a:tr h="711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Libre Franklin"/>
                        </a:rPr>
                        <a:t>Voce OPEX</a:t>
                      </a:r>
                    </a:p>
                  </a:txBody>
                  <a:tcPr marL="73152" marR="73152" marT="36576" marB="36576">
                    <a:solidFill>
                      <a:srgbClr val="004B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Libre Franklin"/>
                        </a:rPr>
                        <a:t>2027</a:t>
                      </a:r>
                    </a:p>
                  </a:txBody>
                  <a:tcPr marL="73152" marR="73152" marT="36576" marB="36576">
                    <a:solidFill>
                      <a:srgbClr val="004B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Libre Franklin"/>
                        </a:rPr>
                        <a:t>2028</a:t>
                      </a:r>
                    </a:p>
                  </a:txBody>
                  <a:tcPr marL="73152" marR="73152" marT="36576" marB="36576">
                    <a:solidFill>
                      <a:srgbClr val="004B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Libre Franklin"/>
                        </a:rPr>
                        <a:t>2029</a:t>
                      </a:r>
                    </a:p>
                  </a:txBody>
                  <a:tcPr marL="73152" marR="73152" marT="36576" marB="36576">
                    <a:solidFill>
                      <a:srgbClr val="004B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Libre Franklin"/>
                        </a:rPr>
                        <a:t>2030</a:t>
                      </a:r>
                    </a:p>
                  </a:txBody>
                  <a:tcPr marL="73152" marR="73152" marT="36576" marB="36576">
                    <a:solidFill>
                      <a:srgbClr val="004B87"/>
                    </a:solidFill>
                  </a:tcPr>
                </a:tc>
              </a:tr>
              <a:tr h="7112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Team Prodotto (3 FTE)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280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294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309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324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Team Delivery (2 FTE)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160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240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320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420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7112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Supporto L2/L3 (1.5 FTE)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120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150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180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210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Cloud/Inference (GPU)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60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90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120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150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7112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Glassform.ai rev-share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45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120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180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Marketing &amp; Sales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80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100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120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140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7112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Overhead 15%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105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138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172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207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TOTALE OPEX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805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1.057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1.341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1.631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l"/>
            <a:r>
              <a:rPr sz="1800" b="1">
                <a:solidFill>
                  <a:srgbClr val="004B87"/>
                </a:solidFill>
                <a:latin typeface="Libre Franklin"/>
              </a:rPr>
              <a:t>Modello di Pricing per Sito/Anno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3504" y="1463040"/>
          <a:ext cx="13414248" cy="640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1416"/>
                <a:gridCol w="4471416"/>
                <a:gridCol w="4471416"/>
              </a:tblGrid>
              <a:tr h="8001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Libre Franklin"/>
                        </a:rPr>
                        <a:t>Componente</a:t>
                      </a:r>
                    </a:p>
                  </a:txBody>
                  <a:tcPr marL="73152" marR="73152" marT="36576" marB="36576">
                    <a:solidFill>
                      <a:srgbClr val="004B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Libre Franklin"/>
                        </a:rPr>
                        <a:t>Prezzo/Sito/Anno</a:t>
                      </a:r>
                    </a:p>
                  </a:txBody>
                  <a:tcPr marL="73152" marR="73152" marT="36576" marB="36576">
                    <a:solidFill>
                      <a:srgbClr val="004B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Libre Franklin"/>
                        </a:rPr>
                        <a:t>Note</a:t>
                      </a:r>
                    </a:p>
                  </a:txBody>
                  <a:tcPr marL="73152" marR="73152" marT="36576" marB="36576">
                    <a:solidFill>
                      <a:srgbClr val="004B87"/>
                    </a:solidFill>
                  </a:tcPr>
                </a:tc>
              </a:tr>
              <a:tr h="8001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Licenza Chatbot Base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€ 45.000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RAG, PLC conn., Web UI, Role-based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Modulo Action Execution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€ 15.000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Reset allarmi, procedure guidate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8001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Modulo AR Guidance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€ 20.000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Overlay smart glasses/tablet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Modulo Predictive Alerts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€ 10.000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Invert, SPV400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8001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Setup (Prof. Services)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€ 35.000 (one-off)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Installazione, config, training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HW Edge (Server+Switch)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€ 18.000 (CAPEX)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Fornitura Bottero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8001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Bundle Full Stack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€ 90.000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+ 53.000 one-off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l"/>
            <a:r>
              <a:rPr sz="1800" b="1">
                <a:solidFill>
                  <a:srgbClr val="004B87"/>
                </a:solidFill>
                <a:latin typeface="Libre Franklin"/>
              </a:rPr>
              <a:t>TOP Gruppi Target Primario (Pipeline)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3504" y="1463040"/>
          <a:ext cx="13414248" cy="640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1416"/>
                <a:gridCol w="4471416"/>
                <a:gridCol w="4471416"/>
              </a:tblGrid>
              <a:tr h="711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Libre Franklin"/>
                        </a:rPr>
                        <a:t>Gruppo</a:t>
                      </a:r>
                    </a:p>
                  </a:txBody>
                  <a:tcPr marL="73152" marR="73152" marT="36576" marB="36576">
                    <a:solidFill>
                      <a:srgbClr val="004B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Libre Franklin"/>
                        </a:rPr>
                        <a:t>Siti Chatbot Stimati</a:t>
                      </a:r>
                    </a:p>
                  </a:txBody>
                  <a:tcPr marL="73152" marR="73152" marT="36576" marB="36576">
                    <a:solidFill>
                      <a:srgbClr val="004B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Libre Franklin"/>
                        </a:rPr>
                        <a:t>Note Strategiche</a:t>
                      </a:r>
                    </a:p>
                  </a:txBody>
                  <a:tcPr marL="73152" marR="73152" marT="36576" marB="36576">
                    <a:solidFill>
                      <a:srgbClr val="004B87"/>
                    </a:solidFill>
                  </a:tcPr>
                </a:tc>
              </a:tr>
              <a:tr h="7112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VERALLIA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15-25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Cluster EU + LATAM + RU, 7 anni attività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VERESCENCE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8-12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EU + US, Glassform.ai già integrato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7112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STOELZLE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12-18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EU forte + US expansion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BORMIOLI PHARMA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4-6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Pharma GMP compliance, tracciabilità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7112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PGP GLASS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8-12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India + Sri Lanka cluster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BEATSON CLARK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1-2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UK hub, container glass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7112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CINER GLASS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3-5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EU hub + gateway Turchia/MENA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HEINZ GLAS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3-5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Peru + India, pharma premium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l"/>
            <a:r>
              <a:rPr sz="1800" b="1">
                <a:solidFill>
                  <a:srgbClr val="004B87"/>
                </a:solidFill>
                <a:latin typeface="Libre Franklin"/>
              </a:rPr>
              <a:t>Previsione Ricavi 2027-2032 (K€)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3504" y="1463040"/>
          <a:ext cx="13414248" cy="640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5708"/>
                <a:gridCol w="2235708"/>
                <a:gridCol w="2235708"/>
                <a:gridCol w="2235708"/>
                <a:gridCol w="2235708"/>
                <a:gridCol w="2235708"/>
              </a:tblGrid>
              <a:tr h="8001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Libre Franklin"/>
                        </a:rPr>
                        <a:t>Anno</a:t>
                      </a:r>
                    </a:p>
                  </a:txBody>
                  <a:tcPr marL="73152" marR="73152" marT="36576" marB="36576">
                    <a:solidFill>
                      <a:srgbClr val="004B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Libre Franklin"/>
                        </a:rPr>
                        <a:t>Siti Attivi</a:t>
                      </a:r>
                    </a:p>
                  </a:txBody>
                  <a:tcPr marL="73152" marR="73152" marT="36576" marB="36576">
                    <a:solidFill>
                      <a:srgbClr val="004B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Libre Franklin"/>
                        </a:rPr>
                        <a:t>Ricavi Ricorrenti (K€)</a:t>
                      </a:r>
                    </a:p>
                  </a:txBody>
                  <a:tcPr marL="73152" marR="73152" marT="36576" marB="36576">
                    <a:solidFill>
                      <a:srgbClr val="004B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Libre Franklin"/>
                        </a:rPr>
                        <a:t>One-off Nuovi (K€)</a:t>
                      </a:r>
                    </a:p>
                  </a:txBody>
                  <a:tcPr marL="73152" marR="73152" marT="36576" marB="36576">
                    <a:solidFill>
                      <a:srgbClr val="004B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Libre Franklin"/>
                        </a:rPr>
                        <a:t>Totale (K€)</a:t>
                      </a:r>
                    </a:p>
                  </a:txBody>
                  <a:tcPr marL="73152" marR="73152" marT="36576" marB="36576">
                    <a:solidFill>
                      <a:srgbClr val="004B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Libre Franklin"/>
                        </a:rPr>
                        <a:t>YoY</a:t>
                      </a:r>
                    </a:p>
                  </a:txBody>
                  <a:tcPr marL="73152" marR="73152" marT="36576" marB="36576">
                    <a:solidFill>
                      <a:srgbClr val="004B87"/>
                    </a:solidFill>
                  </a:tcPr>
                </a:tc>
              </a:tr>
              <a:tr h="8001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2026 H2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-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2027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5 Pilot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184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223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407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-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8001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2028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14 (4 Rollout)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1.029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624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1.653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+306%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2029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33 (11 Rollout)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2.426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714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3.140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+90%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8001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2030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56 (20 Rollout)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4.116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846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4.962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+58%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2031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85 (30 Rollout)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6.248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980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7.228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+46%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8001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2032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120 (45 Rollout)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8.820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1.120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9.940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+38%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l"/>
            <a:r>
              <a:rPr sz="1800" b="1">
                <a:solidFill>
                  <a:srgbClr val="004B87"/>
                </a:solidFill>
                <a:latin typeface="Libre Franklin"/>
              </a:rPr>
              <a:t>Conto Economico Proiettato 2026-2030 (K€)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3504" y="1463040"/>
          <a:ext cx="13414248" cy="640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6321"/>
                <a:gridCol w="1916321"/>
                <a:gridCol w="1916321"/>
                <a:gridCol w="1916321"/>
                <a:gridCol w="1916321"/>
                <a:gridCol w="1916321"/>
                <a:gridCol w="1916322"/>
              </a:tblGrid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Libre Franklin"/>
                        </a:rPr>
                        <a:t>Voce</a:t>
                      </a:r>
                    </a:p>
                  </a:txBody>
                  <a:tcPr marL="73152" marR="73152" marT="36576" marB="36576">
                    <a:solidFill>
                      <a:srgbClr val="004B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Libre Franklin"/>
                        </a:rPr>
                        <a:t>2026 H2</a:t>
                      </a:r>
                    </a:p>
                  </a:txBody>
                  <a:tcPr marL="73152" marR="73152" marT="36576" marB="36576">
                    <a:solidFill>
                      <a:srgbClr val="004B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Libre Franklin"/>
                        </a:rPr>
                        <a:t>2027</a:t>
                      </a:r>
                    </a:p>
                  </a:txBody>
                  <a:tcPr marL="73152" marR="73152" marT="36576" marB="36576">
                    <a:solidFill>
                      <a:srgbClr val="004B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Libre Franklin"/>
                        </a:rPr>
                        <a:t>2028</a:t>
                      </a:r>
                    </a:p>
                  </a:txBody>
                  <a:tcPr marL="73152" marR="73152" marT="36576" marB="36576">
                    <a:solidFill>
                      <a:srgbClr val="004B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Libre Franklin"/>
                        </a:rPr>
                        <a:t>2029</a:t>
                      </a:r>
                    </a:p>
                  </a:txBody>
                  <a:tcPr marL="73152" marR="73152" marT="36576" marB="36576">
                    <a:solidFill>
                      <a:srgbClr val="004B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Libre Franklin"/>
                        </a:rPr>
                        <a:t>2030</a:t>
                      </a:r>
                    </a:p>
                  </a:txBody>
                  <a:tcPr marL="73152" marR="73152" marT="36576" marB="36576">
                    <a:solidFill>
                      <a:srgbClr val="004B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Libre Franklin"/>
                        </a:rPr>
                        <a:t>Totale 5Y</a:t>
                      </a:r>
                    </a:p>
                  </a:txBody>
                  <a:tcPr marL="73152" marR="73152" marT="36576" marB="36576">
                    <a:solidFill>
                      <a:srgbClr val="004B87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RICAVI TOTALI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407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1.653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3.140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4.962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10.162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Ricavi Ricorrenti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184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1.029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2.426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4.116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7.755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Ricavi One-off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223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624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714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846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2.407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COSTI TOTALI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576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1.155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1.447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1.781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2.161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7.120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CAPEX Iniziale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576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576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OPEX Anno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805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1.057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1.341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1.631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4.834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HW Edge per Sito (CAPEX)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90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180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234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288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792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Glassform.ai Rev-Share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45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120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180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345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Provisione Rischi 5%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20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83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157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248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508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EBITDA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-576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-748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+206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+1.359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+2.801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+3.042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EBITDA Margin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-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-184%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+12%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+43%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+56%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+30%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l"/>
            <a:r>
              <a:rPr sz="1800" b="1">
                <a:solidFill>
                  <a:srgbClr val="004B87"/>
                </a:solidFill>
                <a:latin typeface="Libre Franklin"/>
              </a:rPr>
              <a:t>Break-Even Analysis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 lIns="137160" rIns="137160" tIns="91440" bIns="91440"/>
          <a:lstStyle/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Break-even cumulativo (Cashflow &gt; 0): Maggio 2029 (Anno 3)</a:t>
            </a:r>
          </a:p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Payback Period (da inizio investimento): 31 mesi ✓ (target 24-36 mesi)</a:t>
            </a:r>
          </a:p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ROI a 36 mesi (2029): +22%</a:t>
            </a:r>
          </a:p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ROI a 48 mesi (2030): +89%</a:t>
            </a:r>
          </a:p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ROI a 60 mesi (2031): +198%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03504" y="4023360"/>
            <a:ext cx="1341424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Sensitività Payback (mesi):</a:t>
            </a:r>
          </a:p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   • Base Case (10% hit rate): 31 mesi</a:t>
            </a:r>
          </a:p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   • Ottimistico (15% hit rate): 22 mesi</a:t>
            </a:r>
          </a:p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   • Conservativo (7% hit rate): 41 mesi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l"/>
            <a:r>
              <a:rPr sz="1800" b="1">
                <a:solidFill>
                  <a:srgbClr val="004B87"/>
                </a:solidFill>
                <a:latin typeface="Libre Franklin"/>
              </a:rPr>
              <a:t>KPI Steady State 2030+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3504" y="1463040"/>
          <a:ext cx="13414248" cy="640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1416"/>
                <a:gridCol w="4471416"/>
                <a:gridCol w="4471416"/>
              </a:tblGrid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Libre Franklin"/>
                        </a:rPr>
                        <a:t>KPI</a:t>
                      </a:r>
                    </a:p>
                  </a:txBody>
                  <a:tcPr marL="73152" marR="73152" marT="36576" marB="36576">
                    <a:solidFill>
                      <a:srgbClr val="004B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Libre Franklin"/>
                        </a:rPr>
                        <a:t>Target 2030+</a:t>
                      </a:r>
                    </a:p>
                  </a:txBody>
                  <a:tcPr marL="73152" marR="73152" marT="36576" marB="36576">
                    <a:solidFill>
                      <a:srgbClr val="004B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Libre Franklin"/>
                        </a:rPr>
                        <a:t>Note</a:t>
                      </a:r>
                    </a:p>
                  </a:txBody>
                  <a:tcPr marL="73152" marR="73152" marT="36576" marB="36576">
                    <a:solidFill>
                      <a:srgbClr val="004B87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ARR (Annual Recurring Revenue)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€ 8,8M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A 2032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Gross Margin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78%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Escl. OPEX strutturale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Net Revenue Retention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115%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Upsell moduli + siti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CAC Payback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14 mesi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Sales + Delivery / nuovo sito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LTV/CAC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5,2x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Lifetime 7 anni, churn &lt;5%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Rule of 40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94%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58% growth + 36% margin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l"/>
            <a:r>
              <a:rPr sz="1800" b="1">
                <a:solidFill>
                  <a:srgbClr val="004B87"/>
                </a:solidFill>
                <a:latin typeface="Libre Franklin"/>
              </a:rPr>
              <a:t>CAPEX Phasing 5 Anni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3504" y="1463040"/>
          <a:ext cx="13414248" cy="640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849"/>
                <a:gridCol w="2682849"/>
                <a:gridCol w="2682849"/>
                <a:gridCol w="2682849"/>
                <a:gridCol w="2682852"/>
              </a:tblGrid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Libre Franklin"/>
                        </a:rPr>
                        <a:t>Fase</a:t>
                      </a:r>
                    </a:p>
                  </a:txBody>
                  <a:tcPr marL="73152" marR="73152" marT="36576" marB="36576">
                    <a:solidFill>
                      <a:srgbClr val="004B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Libre Franklin"/>
                        </a:rPr>
                        <a:t>Periodo</a:t>
                      </a:r>
                    </a:p>
                  </a:txBody>
                  <a:tcPr marL="73152" marR="73152" marT="36576" marB="36576">
                    <a:solidFill>
                      <a:srgbClr val="004B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Libre Franklin"/>
                        </a:rPr>
                        <a:t>Investimento</a:t>
                      </a:r>
                    </a:p>
                  </a:txBody>
                  <a:tcPr marL="73152" marR="73152" marT="36576" marB="36576">
                    <a:solidFill>
                      <a:srgbClr val="004B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Libre Franklin"/>
                        </a:rPr>
                        <a:t>Motivazione</a:t>
                      </a:r>
                    </a:p>
                  </a:txBody>
                  <a:tcPr marL="73152" marR="73152" marT="36576" marB="36576">
                    <a:solidFill>
                      <a:srgbClr val="004B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Libre Franklin"/>
                        </a:rPr>
                        <a:t>Funding</a:t>
                      </a:r>
                    </a:p>
                  </a:txBody>
                  <a:tcPr marL="73152" marR="73152" marT="36576" marB="36576">
                    <a:solidFill>
                      <a:srgbClr val="004B87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0 Foundation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H2 2026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€ 576K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Core dev + cert + Glassform.ai + HW lab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Budget approvato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1 Pilot Enable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Q1 2027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€ 180K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5× HW Edge, Travel, Training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Cashflow operativo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2 Scale Delivery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Q3 2027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€ 220K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Team Delivery +2 FTE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Ricavi Pilot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3 Platform Hardening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2028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€ 300K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Multi-tenancy, Self-service, Analytics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Serie A / Cashflow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4 Int'l Hubs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2029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€ 500K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Entity US/India, Partner program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Cashflow + Debt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TOTALE 5 Y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-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€ 1.776K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580 già committed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-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l"/>
            <a:r>
              <a:rPr sz="1800" b="1">
                <a:solidFill>
                  <a:srgbClr val="004B87"/>
                </a:solidFill>
                <a:latin typeface="Libre Franklin"/>
              </a:rPr>
              <a:t>Rischi Finanziari &amp; Contingency Budget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3504" y="1463040"/>
          <a:ext cx="13414248" cy="640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849"/>
                <a:gridCol w="2682849"/>
                <a:gridCol w="2682849"/>
                <a:gridCol w="2682849"/>
                <a:gridCol w="2682852"/>
              </a:tblGrid>
              <a:tr h="8001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Libre Franklin"/>
                        </a:rPr>
                        <a:t>Rischio</a:t>
                      </a:r>
                    </a:p>
                  </a:txBody>
                  <a:tcPr marL="73152" marR="73152" marT="36576" marB="36576">
                    <a:solidFill>
                      <a:srgbClr val="004B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Libre Franklin"/>
                        </a:rPr>
                        <a:t>Prob.</a:t>
                      </a:r>
                    </a:p>
                  </a:txBody>
                  <a:tcPr marL="73152" marR="73152" marT="36576" marB="36576">
                    <a:solidFill>
                      <a:srgbClr val="004B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Libre Franklin"/>
                        </a:rPr>
                        <a:t>Impatto</a:t>
                      </a:r>
                    </a:p>
                  </a:txBody>
                  <a:tcPr marL="73152" marR="73152" marT="36576" marB="36576">
                    <a:solidFill>
                      <a:srgbClr val="004B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Libre Franklin"/>
                        </a:rPr>
                        <a:t>Mitigazione</a:t>
                      </a:r>
                    </a:p>
                  </a:txBody>
                  <a:tcPr marL="73152" marR="73152" marT="36576" marB="36576">
                    <a:solidFill>
                      <a:srgbClr val="004B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Libre Franklin"/>
                        </a:rPr>
                        <a:t>Contingency</a:t>
                      </a:r>
                    </a:p>
                  </a:txBody>
                  <a:tcPr marL="73152" marR="73152" marT="36576" marB="36576">
                    <a:solidFill>
                      <a:srgbClr val="004B87"/>
                    </a:solidFill>
                  </a:tcPr>
                </a:tc>
              </a:tr>
              <a:tr h="8001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Glassform.ai instabile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Alta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+200K/anno / -20% marg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SLA, mock layer, price cap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€ 150K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Ritardo IEC 62443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Media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-6m revenue / +100K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Avvio parallelo, consulente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€ 80K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8001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HW lead time &gt; 6m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Media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-3m pilot / +50K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Ordine H2 2026, fallback cloud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€ 50K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Adozione operatori &lt; target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Media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-30% upsell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Champion, gamification, 1gg training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€ 100K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8001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Concorrente chatbot (MSK/Sie)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Bassa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-20% win / pricing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PLC native, AR, Invert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€ 200K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GDPR blocca rollout EU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Bassa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-100% rev EU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AI Net segregated, EU-only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€ 50K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8001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TOTALE CONTINGENCY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-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-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-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€ 630K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l"/>
            <a:r>
              <a:rPr sz="1800" b="1">
                <a:solidFill>
                  <a:srgbClr val="004B87"/>
                </a:solidFill>
                <a:latin typeface="Libre Franklin"/>
              </a:rPr>
              <a:t>Scenario A: Accelerazione via Partnership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 lIns="137160" rIns="137160" tIns="91440" bIns="91440"/>
          <a:lstStyle/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Strategia: Firmare 2-3 partner strategici (FAMOR, RIT, REVIMAC) entro Q4 2026</a:t>
            </a:r>
          </a:p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Hit rate: 10% → 15% (channel pull)</a:t>
            </a:r>
          </a:p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CAC: -30% (partner-led acquisition)</a:t>
            </a:r>
          </a:p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Time-to-close: -40%</a:t>
            </a:r>
          </a:p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Payback: 31 → 24 mesi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03504" y="4023360"/>
            <a:ext cx="1341424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Break-even: Mag 2029 → Gen 2029</a:t>
            </a:r>
          </a:p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ROI 36m: +22% → +45%</a:t>
            </a:r>
          </a:p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Revenue share partner: -20% → Margine netto -5pp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l"/>
            <a:r>
              <a:rPr sz="1800" b="1">
                <a:solidFill>
                  <a:srgbClr val="004B87"/>
                </a:solidFill>
                <a:latin typeface="Libre Franklin"/>
              </a:rPr>
              <a:t>Scenari B e C: Land &amp; Expand vs Acquisizione Tech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 lIns="137160" rIns="137160" tIns="91440" bIns="91440"/>
          <a:lstStyle/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Scenario B (Land &amp; Expand aggressivo):</a:t>
            </a:r>
          </a:p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   • Anno 1: € 35K/sito (solo Base) → +50% volume pilot</a:t>
            </a:r>
          </a:p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   • Upsell Action/AR/Pred a 6m → +€ 35K/sito anno 2</a:t>
            </a:r>
          </a:p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   • Net retention → 130%, ARR 2030: +25%</a:t>
            </a:r>
          </a:p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   • Rischio: churn se value non percepito → Success metrics contrattuali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03504" y="4023360"/>
            <a:ext cx="1341424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Scenario C (Acquisizione tecnologica):</a:t>
            </a:r>
          </a:p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   • Acquisto Glassform.ai: € 5-8M, margin +15%, no rev-share</a:t>
            </a:r>
          </a:p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   • Impatto: +12 mesi payback, poi +€ 1,5M/anno</a:t>
            </a:r>
          </a:p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   • Partnership esclusiva: € 500K, lock-in roadmap</a:t>
            </a:r>
          </a:p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   • Build internal ML: € 2M/3y, indipendenza IP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l"/>
            <a:r>
              <a:rPr sz="1800" b="1">
                <a:solidFill>
                  <a:srgbClr val="004B87"/>
                </a:solidFill>
                <a:latin typeface="Libre Franklin"/>
              </a:rPr>
              <a:t>GO Decision - Punti di Forza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 lIns="137160" rIns="137160" tIns="91440" bIns="91440"/>
          <a:lstStyle/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1. Payback 31 mesi dentro target 24-36 mesi</a:t>
            </a:r>
          </a:p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2. Mercato indirizzabile € 13,6 MLD fatturato aggregato top 15 gruppi</a:t>
            </a:r>
          </a:p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3. Tecnologia de-risked: architettura validata, Glassform.ai partnership, Invert integrato</a:t>
            </a:r>
          </a:p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4. Barriere all'ingresso: IEC 62443, PLC native connectors, domain Bottero</a:t>
            </a:r>
          </a:p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5. Upsell path chiaro: Base → Action → AR → Predictive (4× revenue/sito)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03504" y="4023360"/>
            <a:ext cx="1341424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6. Cross-sell con EasYRock ed Invert → riduzione dipendenza cliente singolo</a:t>
            </a:r>
          </a:p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7. ROI a 5 anni +198% → caso solido per Series A o Debt facility nel 2027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l"/>
            <a:r>
              <a:rPr sz="1800" b="1">
                <a:solidFill>
                  <a:srgbClr val="004B87"/>
                </a:solidFill>
                <a:latin typeface="Libre Franklin"/>
              </a:rPr>
              <a:t>Condizioni per GO (da chiudere entro Q3 2026)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 lIns="137160" rIns="137160" tIns="91440" bIns="91440"/>
          <a:lstStyle/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1. SLA Glassform.ai firmato con price cap e SLA 99,5%</a:t>
            </a:r>
          </a:p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2. 5 Pilot LOI firmati (Verescence, Verallia, Stoelzle, Bormioli, Ciner)</a:t>
            </a:r>
          </a:p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3. Certificazione IEC 62443 avviata con auditor selezionato</a:t>
            </a:r>
          </a:p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4. HW ordinato per 5 pilot + lab (lead time 40gg)</a:t>
            </a:r>
          </a:p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5. Team Delivery assunto (2 FTE) per onboarding Gen 2027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03504" y="4023360"/>
            <a:ext cx="1341424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6. Contingency budget € 630K accantonato nel budget 2027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l"/>
            <a:r>
              <a:rPr sz="1800" b="1">
                <a:solidFill>
                  <a:srgbClr val="004B87"/>
                </a:solidFill>
                <a:latin typeface="Libre Franklin"/>
              </a:rPr>
              <a:t>Milestone Finanziarie Vincolanti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3504" y="1463040"/>
          <a:ext cx="13414248" cy="640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1416"/>
                <a:gridCol w="4471416"/>
                <a:gridCol w="4471416"/>
              </a:tblGrid>
              <a:tr h="10668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Libre Franklin"/>
                        </a:rPr>
                        <a:t>Data</a:t>
                      </a:r>
                    </a:p>
                  </a:txBody>
                  <a:tcPr marL="73152" marR="73152" marT="36576" marB="36576">
                    <a:solidFill>
                      <a:srgbClr val="004B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Libre Franklin"/>
                        </a:rPr>
                        <a:t>Milestone</a:t>
                      </a:r>
                    </a:p>
                  </a:txBody>
                  <a:tcPr marL="73152" marR="73152" marT="36576" marB="36576">
                    <a:solidFill>
                      <a:srgbClr val="004B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Libre Franklin"/>
                        </a:rPr>
                        <a:t>Gate Decision</a:t>
                      </a:r>
                    </a:p>
                  </a:txBody>
                  <a:tcPr marL="73152" marR="73152" marT="36576" marB="36576">
                    <a:solidFill>
                      <a:srgbClr val="004B87"/>
                    </a:solidFill>
                  </a:tcPr>
                </a:tc>
              </a:tr>
              <a:tr h="10668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30 Set 2026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Glasstec Demo + 5 LOI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Go/No-Go Fase 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31 Dic 2026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MVP1 Lab Validato + Cert avviata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Budget Release Fase 2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10668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31 Mar 2027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3 Pilot Go-Live + NPS &gt; 40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Scale Delivery Team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30 Set 2027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2 Pilot → Rollout Confirmati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Series A / Debt Facility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10668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31 Dic 2028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Break-even cumulativo raggiunto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Libre Franklin"/>
                        </a:rPr>
                        <a:t>Full Investment Committee Review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l"/>
            <a:r>
              <a:rPr sz="1800" b="1">
                <a:solidFill>
                  <a:srgbClr val="004B87"/>
                </a:solidFill>
                <a:latin typeface="Libre Franklin"/>
              </a:rPr>
              <a:t>Indirizzo Commerciale &amp; Go-to-Market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 lIns="137160" rIns="137160" tIns="91440" bIns="91440"/>
          <a:lstStyle/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Approccio pilota-driven: primi 5 LOI a Glasstec 2026 (cluster EU pharma/cosmetico)</a:t>
            </a:r>
          </a:p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Segmentazione prioritaria: Vetrerie corporate &gt; € 350M fatturato con predisposizione FMC700/EFC700</a:t>
            </a:r>
          </a:p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Modello Land &amp; Expand: entry a € 35-50K/sito (Base), upsell moduli a 6-12 mesi</a:t>
            </a:r>
          </a:p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Coverage geografica: EU (2027) → US + India cluster (2028) → APAC/LATAM (2029+)</a:t>
            </a:r>
          </a:p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Enabler commerciale: partner system integrator (FAMOR, RIT, REVIMAC) per scalare delivery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03504" y="4023360"/>
            <a:ext cx="1341424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Pricing dinamico: sconto 30% su pilot (Y1), retainer pricing per rollout multi-sito</a:t>
            </a:r>
          </a:p>
          <a:p>
            <a:pPr algn="l"/>
            <a:r>
              <a:rPr sz="1200">
                <a:solidFill>
                  <a:srgbClr val="333333"/>
                </a:solidFill>
                <a:latin typeface="Libre Franklin"/>
              </a:rPr>
              <a:t>•  Aspettativa: 8-9 deal/anno a regime dal 2028 (su hit rate 10%)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 wrap="square"/>
          <a:lstStyle/>
          <a:p>
            <a:pPr algn="l"/>
            <a:r>
              <a:rPr sz="1600" b="1">
                <a:solidFill>
                  <a:srgbClr val="004B87"/>
                </a:solidFill>
                <a:latin typeface="Libre Franklin"/>
              </a:rPr>
              <a:t>Glass Assist AI - Business Case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 wrap="square"/>
          <a:lstStyle/>
          <a:p>
            <a:pPr algn="l"/>
            <a:r>
              <a:rPr sz="3600" b="1">
                <a:solidFill>
                  <a:srgbClr val="004B87"/>
                </a:solidFill>
                <a:latin typeface="Libre Franklin"/>
              </a:rPr>
              <a:t>Grazie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0"/>
            <a:ext cx="1335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Libre Franklin"/>
              </a:rPr>
              <a:t>Documenti di Riferimento / Reference Documents:
• chatbot_potential_partners_analysis.md  (Analisi partner potenziali)
• chatbot_product_analysis.md  (Product analysis completo)
• chatbot_business_case_financial.md  (Business case completo, ROI 31 mesi)
• Commesse_VC_ANALIZZATO_Rev02_DW_CORP.xlsx  (Dati commesse 2020-2026)
Cartella Google Drive: \workspace\Chatbot\01.Specifiche\Vari\Calcolo ROI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vers">
  <a:themeElements>
    <a:clrScheme name="Bottero_color">
      <a:dk1>
        <a:srgbClr val="000000"/>
      </a:dk1>
      <a:lt1>
        <a:srgbClr val="FFFFFF"/>
      </a:lt1>
      <a:dk2>
        <a:srgbClr val="005183"/>
      </a:dk2>
      <a:lt2>
        <a:srgbClr val="0698D6"/>
      </a:lt2>
      <a:accent1>
        <a:srgbClr val="575756"/>
      </a:accent1>
      <a:accent2>
        <a:srgbClr val="DADADA"/>
      </a:accent2>
      <a:accent3>
        <a:srgbClr val="95C11F"/>
      </a:accent3>
      <a:accent4>
        <a:srgbClr val="002630"/>
      </a:accent4>
      <a:accent5>
        <a:srgbClr val="424242"/>
      </a:accent5>
      <a:accent6>
        <a:srgbClr val="5F5F5F"/>
      </a:accent6>
      <a:hlink>
        <a:srgbClr val="919191"/>
      </a:hlink>
      <a:folHlink>
        <a:srgbClr val="D5D5D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TTERO Template PPT" id="{F1BD9CD3-E44F-9B4D-809A-D418DC7749C2}" vid="{AB9D3906-7C8E-0546-AA4F-A407ECA5D576}"/>
    </a:ext>
  </a:extLst>
</a:theme>
</file>

<file path=ppt/theme/theme2.xml><?xml version="1.0" encoding="utf-8"?>
<a:theme xmlns:a="http://schemas.openxmlformats.org/drawingml/2006/main" name="Horizontal_linear">
  <a:themeElements>
    <a:clrScheme name="Bottero_color">
      <a:dk1>
        <a:srgbClr val="000000"/>
      </a:dk1>
      <a:lt1>
        <a:srgbClr val="FFFFFF"/>
      </a:lt1>
      <a:dk2>
        <a:srgbClr val="005183"/>
      </a:dk2>
      <a:lt2>
        <a:srgbClr val="0698D6"/>
      </a:lt2>
      <a:accent1>
        <a:srgbClr val="575756"/>
      </a:accent1>
      <a:accent2>
        <a:srgbClr val="DADADA"/>
      </a:accent2>
      <a:accent3>
        <a:srgbClr val="95C11F"/>
      </a:accent3>
      <a:accent4>
        <a:srgbClr val="002630"/>
      </a:accent4>
      <a:accent5>
        <a:srgbClr val="424242"/>
      </a:accent5>
      <a:accent6>
        <a:srgbClr val="5F5F5F"/>
      </a:accent6>
      <a:hlink>
        <a:srgbClr val="919191"/>
      </a:hlink>
      <a:folHlink>
        <a:srgbClr val="D5D5D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TTERO Template PPT" id="{F1BD9CD3-E44F-9B4D-809A-D418DC7749C2}" vid="{DEC68761-8A22-D046-9DF1-5405318300BE}"/>
    </a:ext>
  </a:extLst>
</a:theme>
</file>

<file path=ppt/theme/theme3.xml><?xml version="1.0" encoding="utf-8"?>
<a:theme xmlns:a="http://schemas.openxmlformats.org/drawingml/2006/main" name="Horizontal_curve">
  <a:themeElements>
    <a:clrScheme name="Bottero_color">
      <a:dk1>
        <a:srgbClr val="000000"/>
      </a:dk1>
      <a:lt1>
        <a:srgbClr val="FFFFFF"/>
      </a:lt1>
      <a:dk2>
        <a:srgbClr val="005183"/>
      </a:dk2>
      <a:lt2>
        <a:srgbClr val="0698D6"/>
      </a:lt2>
      <a:accent1>
        <a:srgbClr val="575756"/>
      </a:accent1>
      <a:accent2>
        <a:srgbClr val="DADADA"/>
      </a:accent2>
      <a:accent3>
        <a:srgbClr val="95C11F"/>
      </a:accent3>
      <a:accent4>
        <a:srgbClr val="002630"/>
      </a:accent4>
      <a:accent5>
        <a:srgbClr val="424242"/>
      </a:accent5>
      <a:accent6>
        <a:srgbClr val="5F5F5F"/>
      </a:accent6>
      <a:hlink>
        <a:srgbClr val="919191"/>
      </a:hlink>
      <a:folHlink>
        <a:srgbClr val="D5D5D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TTERO Template PPT" id="{F1BD9CD3-E44F-9B4D-809A-D418DC7749C2}" vid="{3F802392-E383-FD4B-9B4F-EFC2CEE3BCDD}"/>
    </a:ext>
  </a:extLst>
</a:theme>
</file>

<file path=ppt/theme/theme4.xml><?xml version="1.0" encoding="utf-8"?>
<a:theme xmlns:a="http://schemas.openxmlformats.org/drawingml/2006/main" name="Vertical">
  <a:themeElements>
    <a:clrScheme name="Bottero_color">
      <a:dk1>
        <a:srgbClr val="000000"/>
      </a:dk1>
      <a:lt1>
        <a:srgbClr val="FFFFFF"/>
      </a:lt1>
      <a:dk2>
        <a:srgbClr val="005183"/>
      </a:dk2>
      <a:lt2>
        <a:srgbClr val="0698D6"/>
      </a:lt2>
      <a:accent1>
        <a:srgbClr val="575756"/>
      </a:accent1>
      <a:accent2>
        <a:srgbClr val="DADADA"/>
      </a:accent2>
      <a:accent3>
        <a:srgbClr val="95C11F"/>
      </a:accent3>
      <a:accent4>
        <a:srgbClr val="002630"/>
      </a:accent4>
      <a:accent5>
        <a:srgbClr val="424242"/>
      </a:accent5>
      <a:accent6>
        <a:srgbClr val="5F5F5F"/>
      </a:accent6>
      <a:hlink>
        <a:srgbClr val="919191"/>
      </a:hlink>
      <a:folHlink>
        <a:srgbClr val="D5D5D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TTERO Template PPT" id="{F1BD9CD3-E44F-9B4D-809A-D418DC7749C2}" vid="{52D39367-4733-1F4E-8B02-2CCCAE998479}"/>
    </a:ext>
  </a:extLst>
</a:theme>
</file>

<file path=ppt/theme/theme5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00140a6-e051-4bfc-9d33-838d0c2f32f3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8EB478AE96FF4FB49E3CF865ED1518" ma:contentTypeVersion="9" ma:contentTypeDescription="Create a new document." ma:contentTypeScope="" ma:versionID="90789ef7611bbc9f83a537429f695a05">
  <xsd:schema xmlns:xsd="http://www.w3.org/2001/XMLSchema" xmlns:xs="http://www.w3.org/2001/XMLSchema" xmlns:p="http://schemas.microsoft.com/office/2006/metadata/properties" xmlns:ns2="b00140a6-e051-4bfc-9d33-838d0c2f32f3" targetNamespace="http://schemas.microsoft.com/office/2006/metadata/properties" ma:root="true" ma:fieldsID="c53cd4f8b27ea7c86e2044e12f568958" ns2:_="">
    <xsd:import namespace="b00140a6-e051-4bfc-9d33-838d0c2f32f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0140a6-e051-4bfc-9d33-838d0c2f32f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31fb4c01-85f1-43b9-9a7e-2a53a7614e1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5DC6B37-FA2D-42EA-B306-7DB1AD13F459}">
  <ds:schemaRefs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schemas.microsoft.com/office/2006/metadata/properties"/>
    <ds:schemaRef ds:uri="b00140a6-e051-4bfc-9d33-838d0c2f32f3"/>
    <ds:schemaRef ds:uri="http://purl.org/dc/dcmitype/"/>
    <ds:schemaRef ds:uri="http://schemas.microsoft.com/office/infopath/2007/PartnerControl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D426BD6D-6757-442C-BE38-540620A52AC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E49D2C1-67E6-4972-B61B-6B651C176041}"/>
</file>

<file path=docProps/app.xml><?xml version="1.0" encoding="utf-8"?>
<Properties xmlns="http://schemas.openxmlformats.org/officeDocument/2006/extended-properties" xmlns:vt="http://schemas.openxmlformats.org/officeDocument/2006/docPropsVTypes">
  <Template>BOTTERO Template PPT</Template>
  <TotalTime>3687</TotalTime>
  <Words>2012</Words>
  <Application>Microsoft Office PowerPoint</Application>
  <PresentationFormat>Personalizzato</PresentationFormat>
  <Paragraphs>412</Paragraphs>
  <Slides>29</Slides>
  <Notes>5</Notes>
  <HiddenSlides>1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4</vt:i4>
      </vt:variant>
      <vt:variant>
        <vt:lpstr>Titoli diapositive</vt:lpstr>
      </vt:variant>
      <vt:variant>
        <vt:i4>29</vt:i4>
      </vt:variant>
    </vt:vector>
  </HeadingPairs>
  <TitlesOfParts>
    <vt:vector size="39" baseType="lpstr">
      <vt:lpstr>Arial</vt:lpstr>
      <vt:lpstr>Libre Franklin Light</vt:lpstr>
      <vt:lpstr>Wingdings</vt:lpstr>
      <vt:lpstr>Times New Roman</vt:lpstr>
      <vt:lpstr>Libre Franklin</vt:lpstr>
      <vt:lpstr>Calibri</vt:lpstr>
      <vt:lpstr>Covers</vt:lpstr>
      <vt:lpstr>Horizontal_linear</vt:lpstr>
      <vt:lpstr>Horizontal_curve</vt:lpstr>
      <vt:lpstr>Vertical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Paolo Corsini</dc:creator>
  <cp:lastModifiedBy>Paolo Corsini</cp:lastModifiedBy>
  <cp:revision>350</cp:revision>
  <cp:lastPrinted>2019-06-28T06:03:34Z</cp:lastPrinted>
  <dcterms:created xsi:type="dcterms:W3CDTF">2026-04-24T20:30:04Z</dcterms:created>
  <dcterms:modified xsi:type="dcterms:W3CDTF">2026-06-03T09:49:10Z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2019-01-05T00:00:00Z</vt:filetime>
  </property>
  <property fmtid="{D5CDD505-2E9C-101B-9397-08002B2CF9AE}" pid="3" name="Creator">
    <vt:lpwstr>Adobe InDesign CS6 (Windows)</vt:lpwstr>
  </property>
  <property fmtid="{D5CDD505-2E9C-101B-9397-08002B2CF9AE}" pid="4" name="LastSaved">
    <vt:filetime>2019-01-05T00:00:00Z</vt:filetime>
  </property>
  <property fmtid="{D5CDD505-2E9C-101B-9397-08002B2CF9AE}" pid="5" name="ContentTypeId">
    <vt:lpwstr>0x010100E68EB478AE96FF4FB49E3CF865ED1518</vt:lpwstr>
  </property>
  <property fmtid="{D5CDD505-2E9C-101B-9397-08002B2CF9AE}" pid="6" name="MediaServiceImageTags">
    <vt:lpwstr/>
  </property>
</Properties>
</file>