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3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714" r:id="rId4"/>
    <p:sldMasterId id="2147483680" r:id="rId5"/>
    <p:sldMasterId id="2147483698" r:id="rId6"/>
    <p:sldMasterId id="2147483703" r:id="rId7"/>
  </p:sldMasterIdLst>
  <p:notesMasterIdLst>
    <p:notesMasterId r:id="rId37"/>
  </p:notesMasterIdLst>
  <p:handoutMasterIdLst>
    <p:handoutMasterId r:id="rId38"/>
  </p:handoutMasterIdLst>
  <p:sldIdLst>
    <p:sldId id="982" r:id="rId8"/>
    <p:sldId id="764" r:id="rId9"/>
    <p:sldId id="790" r:id="rId10"/>
    <p:sldId id="765" r:id="rId11"/>
    <p:sldId id="986" r:id="rId12"/>
    <p:sldId id="987" r:id="rId13"/>
    <p:sldId id="767" r:id="rId14"/>
    <p:sldId id="768" r:id="rId15"/>
    <p:sldId id="999" r:id="rId16"/>
    <p:sldId id="769" r:id="rId17"/>
    <p:sldId id="785" r:id="rId18"/>
    <p:sldId id="988" r:id="rId19"/>
    <p:sldId id="989" r:id="rId20"/>
    <p:sldId id="997" r:id="rId21"/>
    <p:sldId id="775" r:id="rId22"/>
    <p:sldId id="990" r:id="rId23"/>
    <p:sldId id="993" r:id="rId24"/>
    <p:sldId id="992" r:id="rId25"/>
    <p:sldId id="994" r:id="rId26"/>
    <p:sldId id="995" r:id="rId27"/>
    <p:sldId id="777" r:id="rId28"/>
    <p:sldId id="770" r:id="rId29"/>
    <p:sldId id="985" r:id="rId30"/>
    <p:sldId id="984" r:id="rId31"/>
    <p:sldId id="998" r:id="rId32"/>
    <p:sldId id="983" r:id="rId33"/>
    <p:sldId id="773" r:id="rId34"/>
    <p:sldId id="779" r:id="rId35"/>
    <p:sldId id="771" r:id="rId36"/>
  </p:sldIdLst>
  <p:sldSz cx="14630400" cy="8229600"/>
  <p:notesSz cx="10234613" cy="7099300"/>
  <p:embeddedFontLst>
    <p:embeddedFont>
      <p:font typeface="Libre Franklin" panose="00000500000000000000" pitchFamily="2" charset="0"/>
      <p:regular r:id="rId39"/>
      <p:bold r:id="rId40"/>
      <p:italic r:id="rId41"/>
      <p:boldItalic r:id="rId42"/>
    </p:embeddedFont>
    <p:embeddedFont>
      <p:font typeface="Libre Franklin Light" panose="00000400000000000000" pitchFamily="2" charset="0"/>
      <p:regular r:id="rId43"/>
      <p:italic r:id="rId44"/>
    </p:embeddedFont>
  </p:embeddedFontLst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41" userDrawn="1">
          <p15:clr>
            <a:srgbClr val="A4A3A4"/>
          </p15:clr>
        </p15:guide>
        <p15:guide id="2" pos="390" userDrawn="1">
          <p15:clr>
            <a:srgbClr val="A4A3A4"/>
          </p15:clr>
        </p15:guide>
        <p15:guide id="3" orient="horz" pos="188" userDrawn="1">
          <p15:clr>
            <a:srgbClr val="A4A3A4"/>
          </p15:clr>
        </p15:guide>
        <p15:guide id="4" pos="8832" userDrawn="1">
          <p15:clr>
            <a:srgbClr val="A4A3A4"/>
          </p15:clr>
        </p15:guide>
        <p15:guide id="5" orient="horz" pos="369" userDrawn="1">
          <p15:clr>
            <a:srgbClr val="A4A3A4"/>
          </p15:clr>
        </p15:guide>
        <p15:guide id="6" orient="horz" pos="4996" userDrawn="1">
          <p15:clr>
            <a:srgbClr val="A4A3A4"/>
          </p15:clr>
        </p15:guide>
        <p15:guide id="7" orient="horz" pos="551" userDrawn="1">
          <p15:clr>
            <a:srgbClr val="A4A3A4"/>
          </p15:clr>
        </p15:guide>
        <p15:guide id="10" pos="1183" userDrawn="1">
          <p15:clr>
            <a:srgbClr val="A4A3A4"/>
          </p15:clr>
        </p15:guide>
        <p15:guide id="17" pos="816" userDrawn="1">
          <p15:clr>
            <a:srgbClr val="A4A3A4"/>
          </p15:clr>
        </p15:guide>
        <p15:guide id="18" pos="3225" userDrawn="1">
          <p15:clr>
            <a:srgbClr val="A4A3A4"/>
          </p15:clr>
        </p15:guide>
        <p15:guide id="20" pos="4224" userDrawn="1">
          <p15:clr>
            <a:srgbClr val="A4A3A4"/>
          </p15:clr>
        </p15:guide>
        <p15:guide id="21" pos="7776" userDrawn="1">
          <p15:clr>
            <a:srgbClr val="A4A3A4"/>
          </p15:clr>
        </p15:guide>
        <p15:guide id="22" orient="horz" pos="4860" userDrawn="1">
          <p15:clr>
            <a:srgbClr val="A4A3A4"/>
          </p15:clr>
        </p15:guide>
        <p15:guide id="23" orient="horz" pos="960" userDrawn="1">
          <p15:clr>
            <a:srgbClr val="A4A3A4"/>
          </p15:clr>
        </p15:guide>
        <p15:guide id="24" pos="5991" userDrawn="1">
          <p15:clr>
            <a:srgbClr val="A4A3A4"/>
          </p15:clr>
        </p15:guide>
        <p15:guide id="25" pos="1750" userDrawn="1">
          <p15:clr>
            <a:srgbClr val="A4A3A4"/>
          </p15:clr>
        </p15:guide>
        <p15:guide id="26" orient="horz" pos="77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Ostorero Marcello" initials="OM" lastIdx="6" clrIdx="0">
    <p:extLst>
      <p:ext uri="{19B8F6BF-5375-455C-9EA6-DF929625EA0E}">
        <p15:presenceInfo xmlns:p15="http://schemas.microsoft.com/office/powerpoint/2012/main" userId="S-1-5-21-1336113909-1040713671-1555891258-430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698D6"/>
    <a:srgbClr val="6A6A69"/>
    <a:srgbClr val="0054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inimized">
    <p:restoredLeft sz="5225" autoAdjust="0"/>
    <p:restoredTop sz="95706" autoAdjust="0"/>
  </p:normalViewPr>
  <p:slideViewPr>
    <p:cSldViewPr snapToGrid="0">
      <p:cViewPr varScale="1">
        <p:scale>
          <a:sx n="137" d="100"/>
          <a:sy n="137" d="100"/>
        </p:scale>
        <p:origin x="1016" y="84"/>
      </p:cViewPr>
      <p:guideLst>
        <p:guide orient="horz" pos="2841"/>
        <p:guide pos="390"/>
        <p:guide orient="horz" pos="188"/>
        <p:guide pos="8832"/>
        <p:guide orient="horz" pos="369"/>
        <p:guide orient="horz" pos="4996"/>
        <p:guide orient="horz" pos="551"/>
        <p:guide pos="1183"/>
        <p:guide pos="816"/>
        <p:guide pos="3225"/>
        <p:guide pos="4224"/>
        <p:guide pos="7776"/>
        <p:guide orient="horz" pos="4860"/>
        <p:guide orient="horz" pos="960"/>
        <p:guide pos="5991"/>
        <p:guide pos="1750"/>
        <p:guide orient="horz" pos="778"/>
      </p:guideLst>
    </p:cSldViewPr>
  </p:slideViewPr>
  <p:outlineViewPr>
    <p:cViewPr>
      <p:scale>
        <a:sx n="33" d="100"/>
        <a:sy n="33" d="100"/>
      </p:scale>
      <p:origin x="0" y="-4790"/>
    </p:cViewPr>
  </p:outlineViewPr>
  <p:notesTextViewPr>
    <p:cViewPr>
      <p:scale>
        <a:sx n="120" d="100"/>
        <a:sy n="12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112" d="100"/>
          <a:sy n="112" d="100"/>
        </p:scale>
        <p:origin x="498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9" Type="http://schemas.openxmlformats.org/officeDocument/2006/relationships/font" Target="fonts/font1.fntdata"/><Relationship Id="rId21" Type="http://schemas.openxmlformats.org/officeDocument/2006/relationships/slide" Target="slides/slide14.xml"/><Relationship Id="rId34" Type="http://schemas.openxmlformats.org/officeDocument/2006/relationships/slide" Target="slides/slide27.xml"/><Relationship Id="rId42" Type="http://schemas.openxmlformats.org/officeDocument/2006/relationships/font" Target="fonts/font4.fntdata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9" Type="http://schemas.openxmlformats.org/officeDocument/2006/relationships/slide" Target="slides/slide22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notesMaster" Target="notesMasters/notesMaster1.xml"/><Relationship Id="rId40" Type="http://schemas.openxmlformats.org/officeDocument/2006/relationships/font" Target="fonts/font2.fntdata"/><Relationship Id="rId45" Type="http://schemas.openxmlformats.org/officeDocument/2006/relationships/commentAuthors" Target="commentAuthor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49" Type="http://schemas.openxmlformats.org/officeDocument/2006/relationships/tableStyles" Target="tableStyle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slide" Target="slides/slide24.xml"/><Relationship Id="rId44" Type="http://schemas.openxmlformats.org/officeDocument/2006/relationships/font" Target="fonts/font6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43" Type="http://schemas.openxmlformats.org/officeDocument/2006/relationships/font" Target="fonts/font5.fntdata"/><Relationship Id="rId48" Type="http://schemas.openxmlformats.org/officeDocument/2006/relationships/theme" Target="theme/theme1.xml"/><Relationship Id="rId8" Type="http://schemas.openxmlformats.org/officeDocument/2006/relationships/slide" Target="slides/slide1.xml"/><Relationship Id="rId3" Type="http://schemas.openxmlformats.org/officeDocument/2006/relationships/customXml" Target="../customXml/item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handoutMaster" Target="handoutMasters/handoutMaster1.xml"/><Relationship Id="rId46" Type="http://schemas.openxmlformats.org/officeDocument/2006/relationships/presProps" Target="presProps.xml"/><Relationship Id="rId20" Type="http://schemas.openxmlformats.org/officeDocument/2006/relationships/slide" Target="slides/slide13.xml"/><Relationship Id="rId41" Type="http://schemas.openxmlformats.org/officeDocument/2006/relationships/font" Target="fonts/font3.fntdata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olo Corsini" userId="0dd9e5e3-0793-46f7-a3f7-5c3a60d2ebda" providerId="ADAL" clId="{9A7700A4-8DD8-451E-95D6-41600D4131F5}"/>
    <pc:docChg chg="modSld">
      <pc:chgData name="Paolo Corsini" userId="0dd9e5e3-0793-46f7-a3f7-5c3a60d2ebda" providerId="ADAL" clId="{9A7700A4-8DD8-451E-95D6-41600D4131F5}" dt="2026-06-03T09:48:59.386" v="31" actId="1076"/>
      <pc:docMkLst>
        <pc:docMk/>
      </pc:docMkLst>
      <pc:sldChg chg="modSp mod">
        <pc:chgData name="Paolo Corsini" userId="0dd9e5e3-0793-46f7-a3f7-5c3a60d2ebda" providerId="ADAL" clId="{9A7700A4-8DD8-451E-95D6-41600D4131F5}" dt="2026-06-03T09:48:59.386" v="31" actId="1076"/>
        <pc:sldMkLst>
          <pc:docMk/>
          <pc:sldMk cId="4108336556" sldId="990"/>
        </pc:sldMkLst>
        <pc:spChg chg="mod">
          <ac:chgData name="Paolo Corsini" userId="0dd9e5e3-0793-46f7-a3f7-5c3a60d2ebda" providerId="ADAL" clId="{9A7700A4-8DD8-451E-95D6-41600D4131F5}" dt="2026-06-03T09:46:49.918" v="29" actId="20577"/>
          <ac:spMkLst>
            <pc:docMk/>
            <pc:sldMk cId="4108336556" sldId="990"/>
            <ac:spMk id="4" creationId="{C059153E-48AE-812B-C5B8-9A085C28EA31}"/>
          </ac:spMkLst>
        </pc:spChg>
        <pc:picChg chg="mod">
          <ac:chgData name="Paolo Corsini" userId="0dd9e5e3-0793-46f7-a3f7-5c3a60d2ebda" providerId="ADAL" clId="{9A7700A4-8DD8-451E-95D6-41600D4131F5}" dt="2026-06-03T09:48:59.386" v="31" actId="1076"/>
          <ac:picMkLst>
            <pc:docMk/>
            <pc:sldMk cId="4108336556" sldId="990"/>
            <ac:picMk id="7" creationId="{0C917F80-C1B7-717B-78F6-8BDE1327768E}"/>
          </ac:picMkLst>
        </pc:picChg>
        <pc:picChg chg="mod">
          <ac:chgData name="Paolo Corsini" userId="0dd9e5e3-0793-46f7-a3f7-5c3a60d2ebda" providerId="ADAL" clId="{9A7700A4-8DD8-451E-95D6-41600D4131F5}" dt="2026-06-03T09:46:54.835" v="30" actId="1076"/>
          <ac:picMkLst>
            <pc:docMk/>
            <pc:sldMk cId="4108336556" sldId="990"/>
            <ac:picMk id="9" creationId="{AB3C1D82-5B12-1D9D-8BE1-A1993084D23D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03D312F0-9BF9-1B4F-9CE7-78B32344781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4435443" cy="356061"/>
          </a:xfrm>
          <a:prstGeom prst="rect">
            <a:avLst/>
          </a:prstGeom>
        </p:spPr>
        <p:txBody>
          <a:bodyPr vert="horz" lIns="69330" tIns="34665" rIns="69330" bIns="34665" rtlCol="0"/>
          <a:lstStyle>
            <a:lvl1pPr algn="l">
              <a:defRPr sz="900"/>
            </a:lvl1pPr>
          </a:lstStyle>
          <a:p>
            <a:endParaRPr lang="it-IT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5B50C753-4701-BB4A-BEE9-A88C43D686E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796949" y="0"/>
            <a:ext cx="4435443" cy="356061"/>
          </a:xfrm>
          <a:prstGeom prst="rect">
            <a:avLst/>
          </a:prstGeom>
        </p:spPr>
        <p:txBody>
          <a:bodyPr vert="horz" lIns="69330" tIns="34665" rIns="69330" bIns="34665" rtlCol="0"/>
          <a:lstStyle>
            <a:lvl1pPr algn="r">
              <a:defRPr sz="900"/>
            </a:lvl1pPr>
          </a:lstStyle>
          <a:p>
            <a:fld id="{4AD85883-558A-5349-8483-19C33D685C26}" type="datetimeFigureOut">
              <a:rPr lang="it-IT" smtClean="0"/>
              <a:t>03/06/2026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D6D47BDB-D17D-E640-A287-8B9D7B7D04A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743239"/>
            <a:ext cx="4435443" cy="356061"/>
          </a:xfrm>
          <a:prstGeom prst="rect">
            <a:avLst/>
          </a:prstGeom>
        </p:spPr>
        <p:txBody>
          <a:bodyPr vert="horz" lIns="69330" tIns="34665" rIns="69330" bIns="34665" rtlCol="0" anchor="b"/>
          <a:lstStyle>
            <a:lvl1pPr algn="l">
              <a:defRPr sz="900"/>
            </a:lvl1pPr>
          </a:lstStyle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022EDA2-695A-934B-835D-2DA290009FE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796949" y="6743239"/>
            <a:ext cx="4435443" cy="356061"/>
          </a:xfrm>
          <a:prstGeom prst="rect">
            <a:avLst/>
          </a:prstGeom>
        </p:spPr>
        <p:txBody>
          <a:bodyPr vert="horz" lIns="69330" tIns="34665" rIns="69330" bIns="34665" rtlCol="0" anchor="b"/>
          <a:lstStyle>
            <a:lvl1pPr algn="r">
              <a:defRPr sz="900"/>
            </a:lvl1pPr>
          </a:lstStyle>
          <a:p>
            <a:fld id="{32DFCBE5-C9DD-FE4C-9E4F-ED35A116A6E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908098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435443" cy="356061"/>
          </a:xfrm>
          <a:prstGeom prst="rect">
            <a:avLst/>
          </a:prstGeom>
        </p:spPr>
        <p:txBody>
          <a:bodyPr vert="horz" lIns="69330" tIns="34665" rIns="69330" bIns="34665" rtlCol="0"/>
          <a:lstStyle>
            <a:lvl1pPr algn="l">
              <a:defRPr sz="9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5796949" y="0"/>
            <a:ext cx="4435443" cy="356061"/>
          </a:xfrm>
          <a:prstGeom prst="rect">
            <a:avLst/>
          </a:prstGeom>
        </p:spPr>
        <p:txBody>
          <a:bodyPr vert="horz" lIns="69330" tIns="34665" rIns="69330" bIns="34665" rtlCol="0"/>
          <a:lstStyle>
            <a:lvl1pPr algn="r">
              <a:defRPr sz="900"/>
            </a:lvl1pPr>
          </a:lstStyle>
          <a:p>
            <a:fld id="{0BFCF51A-58EF-0340-AB41-727AD78C1466}" type="datetimeFigureOut">
              <a:rPr lang="it-IT" smtClean="0"/>
              <a:t>03/06/2026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2987675" y="887413"/>
            <a:ext cx="4259263" cy="239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69330" tIns="34665" rIns="69330" bIns="34665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1023906" y="3416813"/>
            <a:ext cx="8186802" cy="2795075"/>
          </a:xfrm>
          <a:prstGeom prst="rect">
            <a:avLst/>
          </a:prstGeom>
        </p:spPr>
        <p:txBody>
          <a:bodyPr vert="horz" lIns="69330" tIns="34665" rIns="69330" bIns="34665" rtlCol="0"/>
          <a:lstStyle/>
          <a:p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6743239"/>
            <a:ext cx="4435443" cy="356061"/>
          </a:xfrm>
          <a:prstGeom prst="rect">
            <a:avLst/>
          </a:prstGeom>
        </p:spPr>
        <p:txBody>
          <a:bodyPr vert="horz" lIns="69330" tIns="34665" rIns="69330" bIns="34665" rtlCol="0" anchor="b"/>
          <a:lstStyle>
            <a:lvl1pPr algn="l">
              <a:defRPr sz="9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5796949" y="6743239"/>
            <a:ext cx="4435443" cy="356061"/>
          </a:xfrm>
          <a:prstGeom prst="rect">
            <a:avLst/>
          </a:prstGeom>
        </p:spPr>
        <p:txBody>
          <a:bodyPr vert="horz" lIns="69330" tIns="34665" rIns="69330" bIns="34665" rtlCol="0" anchor="b"/>
          <a:lstStyle>
            <a:lvl1pPr algn="r">
              <a:defRPr sz="900"/>
            </a:lvl1pPr>
          </a:lstStyle>
          <a:p>
            <a:fld id="{98A7AA5A-84CB-C649-8648-1DBDCFBFE02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928251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A7AA5A-84CB-C649-8648-1DBDCFBFE02B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132084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A7AA5A-84CB-C649-8648-1DBDCFBFE02B}" type="slidenum">
              <a:rPr lang="it-IT" smtClean="0"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100919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EE1783-949D-370D-6BE4-66FC67152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8BDE1411-9BD1-B604-2CEA-B4F925D297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D8A4DE6B-0617-871E-9209-A0ADBCADED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6653D7F-EC95-E6A9-3D91-D70AC45EA7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A7AA5A-84CB-C649-8648-1DBDCFBFE02B}" type="slidenum">
              <a:rPr lang="it-IT" smtClean="0"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518316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A7AA5A-84CB-C649-8648-1DBDCFBFE02B}" type="slidenum">
              <a:rPr lang="it-IT" smtClean="0"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337980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A7AA5A-84CB-C649-8648-1DBDCFBFE02B}" type="slidenum">
              <a:rPr lang="it-IT" smtClean="0"/>
              <a:t>24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74212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>
            <a:extLst>
              <a:ext uri="{FF2B5EF4-FFF2-40B4-BE49-F238E27FC236}">
                <a16:creationId xmlns:a16="http://schemas.microsoft.com/office/drawing/2014/main" id="{899A3671-F1F4-40B8-9A31-E146AA4FED2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29616" cy="8229600"/>
          </a:xfrm>
          <a:prstGeom prst="rect">
            <a:avLst/>
          </a:prstGeom>
        </p:spPr>
      </p:pic>
      <p:sp>
        <p:nvSpPr>
          <p:cNvPr id="3" name="Segnaposto testo 3">
            <a:extLst>
              <a:ext uri="{FF2B5EF4-FFF2-40B4-BE49-F238E27FC236}">
                <a16:creationId xmlns:a16="http://schemas.microsoft.com/office/drawing/2014/main" id="{5BE5E891-9090-486A-B597-87CFFBAABB3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" y="685800"/>
            <a:ext cx="6632958" cy="3276611"/>
          </a:xfrm>
          <a:prstGeom prst="rect">
            <a:avLst/>
          </a:prstGeom>
        </p:spPr>
        <p:txBody>
          <a:bodyPr lIns="0" tIns="46800" rIns="0" bIns="0" anchor="b" anchorCtr="0"/>
          <a:lstStyle>
            <a:lvl1pPr marL="0" indent="0" algn="l">
              <a:buNone/>
              <a:defRPr sz="6000" b="1" i="0">
                <a:solidFill>
                  <a:schemeClr val="bg1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Presentation</a:t>
            </a:r>
            <a:br>
              <a:rPr lang="it-IT" dirty="0"/>
            </a:br>
            <a:r>
              <a:rPr lang="it-IT" dirty="0"/>
              <a:t>Title</a:t>
            </a:r>
          </a:p>
        </p:txBody>
      </p:sp>
      <p:sp>
        <p:nvSpPr>
          <p:cNvPr id="4" name="Segnaposto testo 17">
            <a:extLst>
              <a:ext uri="{FF2B5EF4-FFF2-40B4-BE49-F238E27FC236}">
                <a16:creationId xmlns:a16="http://schemas.microsoft.com/office/drawing/2014/main" id="{69F437D0-1EB2-41C7-BE0D-253DA2E98E9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4258560"/>
            <a:ext cx="6704999" cy="191363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Libre Franklin Light" pitchFamily="2" charset="77"/>
              </a:defRPr>
            </a:lvl1pPr>
          </a:lstStyle>
          <a:p>
            <a:r>
              <a:rPr lang="it-IT" dirty="0"/>
              <a:t>Presentation </a:t>
            </a:r>
            <a:r>
              <a:rPr lang="it-IT" dirty="0" err="1"/>
              <a:t>Caption</a:t>
            </a:r>
            <a:endParaRPr lang="it-IT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A99D400F-21D1-49B9-B75D-25B5B127BEE6}"/>
              </a:ext>
            </a:extLst>
          </p:cNvPr>
          <p:cNvSpPr txBox="1"/>
          <p:nvPr userDrawn="1"/>
        </p:nvSpPr>
        <p:spPr>
          <a:xfrm>
            <a:off x="609600" y="7846821"/>
            <a:ext cx="4937125" cy="15388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-5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BOTTERO </a:t>
            </a:r>
            <a:r>
              <a:rPr kumimoji="0" lang="en" sz="1000" b="0" i="0" u="none" strike="noStrike" kern="1200" cap="none" spc="15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S.p.A. </a:t>
            </a: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- </a:t>
            </a:r>
            <a:r>
              <a:rPr kumimoji="0" lang="en" sz="1000" b="0" i="0" u="none" strike="noStrike" kern="1200" cap="none" spc="-5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All Rights</a:t>
            </a:r>
            <a:r>
              <a:rPr kumimoji="0" lang="en" sz="1000" b="0" i="0" u="none" strike="noStrike" kern="1200" cap="none" spc="-114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 </a:t>
            </a:r>
            <a:r>
              <a:rPr kumimoji="0" lang="en" sz="1000" b="0" i="0" u="none" strike="noStrike" kern="1200" cap="none" spc="-5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Reserved</a:t>
            </a:r>
          </a:p>
        </p:txBody>
      </p:sp>
    </p:spTree>
    <p:extLst>
      <p:ext uri="{BB962C8B-B14F-4D97-AF65-F5344CB8AC3E}">
        <p14:creationId xmlns:p14="http://schemas.microsoft.com/office/powerpoint/2010/main" val="9697483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>
            <a:extLst>
              <a:ext uri="{FF2B5EF4-FFF2-40B4-BE49-F238E27FC236}">
                <a16:creationId xmlns:a16="http://schemas.microsoft.com/office/drawing/2014/main" id="{899A3671-F1F4-40B8-9A31-E146AA4FED2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29616" cy="8229600"/>
          </a:xfrm>
          <a:prstGeom prst="rect">
            <a:avLst/>
          </a:prstGeom>
        </p:spPr>
      </p:pic>
      <p:sp>
        <p:nvSpPr>
          <p:cNvPr id="3" name="Segnaposto testo 3">
            <a:extLst>
              <a:ext uri="{FF2B5EF4-FFF2-40B4-BE49-F238E27FC236}">
                <a16:creationId xmlns:a16="http://schemas.microsoft.com/office/drawing/2014/main" id="{5BE5E891-9090-486A-B597-87CFFBAABB3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" y="685800"/>
            <a:ext cx="8763000" cy="3276611"/>
          </a:xfrm>
          <a:prstGeom prst="rect">
            <a:avLst/>
          </a:prstGeom>
        </p:spPr>
        <p:txBody>
          <a:bodyPr lIns="0" tIns="46800" rIns="0" bIns="0" anchor="b" anchorCtr="0"/>
          <a:lstStyle>
            <a:lvl1pPr marL="0" indent="0" algn="l">
              <a:buNone/>
              <a:defRPr sz="6000" b="1" i="0">
                <a:solidFill>
                  <a:schemeClr val="bg1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Presentation</a:t>
            </a:r>
            <a:br>
              <a:rPr lang="it-IT" dirty="0"/>
            </a:br>
            <a:r>
              <a:rPr lang="it-IT" dirty="0"/>
              <a:t>Title</a:t>
            </a:r>
          </a:p>
        </p:txBody>
      </p:sp>
      <p:sp>
        <p:nvSpPr>
          <p:cNvPr id="4" name="Segnaposto testo 17">
            <a:extLst>
              <a:ext uri="{FF2B5EF4-FFF2-40B4-BE49-F238E27FC236}">
                <a16:creationId xmlns:a16="http://schemas.microsoft.com/office/drawing/2014/main" id="{69F437D0-1EB2-41C7-BE0D-253DA2E98E9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4258560"/>
            <a:ext cx="6704999" cy="191363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Libre Franklin Light" pitchFamily="2" charset="77"/>
              </a:defRPr>
            </a:lvl1pPr>
          </a:lstStyle>
          <a:p>
            <a:r>
              <a:rPr lang="it-IT" dirty="0"/>
              <a:t>Presentation </a:t>
            </a:r>
            <a:r>
              <a:rPr lang="it-IT" dirty="0" err="1"/>
              <a:t>Caption</a:t>
            </a:r>
            <a:endParaRPr lang="it-IT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A99D400F-21D1-49B9-B75D-25B5B127BEE6}"/>
              </a:ext>
            </a:extLst>
          </p:cNvPr>
          <p:cNvSpPr txBox="1"/>
          <p:nvPr userDrawn="1"/>
        </p:nvSpPr>
        <p:spPr>
          <a:xfrm>
            <a:off x="609600" y="7846821"/>
            <a:ext cx="4937125" cy="15388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-5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BOTTERO </a:t>
            </a:r>
            <a:r>
              <a:rPr kumimoji="0" lang="en" sz="1000" b="0" i="0" u="none" strike="noStrike" kern="1200" cap="none" spc="15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S.p.A. </a:t>
            </a: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- </a:t>
            </a:r>
            <a:r>
              <a:rPr kumimoji="0" lang="en" sz="1000" b="0" i="0" u="none" strike="noStrike" kern="1200" cap="none" spc="-5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All Rights</a:t>
            </a:r>
            <a:r>
              <a:rPr kumimoji="0" lang="en" sz="1000" b="0" i="0" u="none" strike="noStrike" kern="1200" cap="none" spc="-114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 </a:t>
            </a:r>
            <a:r>
              <a:rPr kumimoji="0" lang="en" sz="1000" b="0" i="0" u="none" strike="noStrike" kern="1200" cap="none" spc="-5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Reserved</a:t>
            </a:r>
          </a:p>
        </p:txBody>
      </p:sp>
      <p:sp>
        <p:nvSpPr>
          <p:cNvPr id="9" name="Segnaposto immagine 4">
            <a:extLst>
              <a:ext uri="{FF2B5EF4-FFF2-40B4-BE49-F238E27FC236}">
                <a16:creationId xmlns:a16="http://schemas.microsoft.com/office/drawing/2014/main" id="{6AD2C618-092F-44F3-9179-710749ECE8E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677400" y="2232025"/>
            <a:ext cx="4343400" cy="3983038"/>
          </a:xfrm>
          <a:prstGeom prst="rect">
            <a:avLst/>
          </a:prstGeom>
        </p:spPr>
        <p:txBody>
          <a:bodyPr/>
          <a:lstStyle/>
          <a:p>
            <a:r>
              <a:rPr lang="it-IT"/>
              <a:t>Fare clic sull'icona per inserire un'immagine</a:t>
            </a:r>
          </a:p>
        </p:txBody>
      </p:sp>
    </p:spTree>
    <p:extLst>
      <p:ext uri="{BB962C8B-B14F-4D97-AF65-F5344CB8AC3E}">
        <p14:creationId xmlns:p14="http://schemas.microsoft.com/office/powerpoint/2010/main" val="28671182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 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17">
            <a:extLst>
              <a:ext uri="{FF2B5EF4-FFF2-40B4-BE49-F238E27FC236}">
                <a16:creationId xmlns:a16="http://schemas.microsoft.com/office/drawing/2014/main" id="{653D4134-20BF-47F2-923E-A8AB4D597C0D}"/>
              </a:ext>
            </a:extLst>
          </p:cNvPr>
          <p:cNvSpPr/>
          <p:nvPr userDrawn="1"/>
        </p:nvSpPr>
        <p:spPr>
          <a:xfrm>
            <a:off x="0" y="1219200"/>
            <a:ext cx="14646349" cy="6438900"/>
          </a:xfrm>
          <a:custGeom>
            <a:avLst/>
            <a:gdLst/>
            <a:ahLst/>
            <a:cxnLst/>
            <a:rect l="l" t="t" r="r" b="b"/>
            <a:pathLst>
              <a:path w="14630400" h="6438900">
                <a:moveTo>
                  <a:pt x="0" y="6438900"/>
                </a:moveTo>
                <a:lnTo>
                  <a:pt x="14630400" y="6438900"/>
                </a:lnTo>
                <a:lnTo>
                  <a:pt x="14630400" y="0"/>
                </a:lnTo>
                <a:lnTo>
                  <a:pt x="0" y="0"/>
                </a:lnTo>
                <a:lnTo>
                  <a:pt x="0" y="6438900"/>
                </a:lnTo>
                <a:close/>
              </a:path>
            </a:pathLst>
          </a:custGeom>
          <a:solidFill>
            <a:srgbClr val="00528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Segnaposto testo 7">
            <a:extLst>
              <a:ext uri="{FF2B5EF4-FFF2-40B4-BE49-F238E27FC236}">
                <a16:creationId xmlns:a16="http://schemas.microsoft.com/office/drawing/2014/main" id="{C5371E48-5284-4D7C-8434-9A4D2B6D6DC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57200"/>
            <a:ext cx="11811000" cy="35401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6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Presentation Title &gt; </a:t>
            </a:r>
            <a:r>
              <a:rPr lang="it-IT" dirty="0" err="1"/>
              <a:t>Section</a:t>
            </a:r>
            <a:r>
              <a:rPr lang="it-IT" dirty="0"/>
              <a:t> Title</a:t>
            </a:r>
          </a:p>
        </p:txBody>
      </p:sp>
    </p:spTree>
    <p:extLst>
      <p:ext uri="{BB962C8B-B14F-4D97-AF65-F5344CB8AC3E}">
        <p14:creationId xmlns:p14="http://schemas.microsoft.com/office/powerpoint/2010/main" val="1665946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_pa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magine 18">
            <a:extLst>
              <a:ext uri="{FF2B5EF4-FFF2-40B4-BE49-F238E27FC236}">
                <a16:creationId xmlns:a16="http://schemas.microsoft.com/office/drawing/2014/main" id="{8CFF4CAC-EE89-E84D-8094-D9DA1FA9EAB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4874" y="0"/>
            <a:ext cx="12674600" cy="8229600"/>
          </a:xfrm>
          <a:prstGeom prst="rect">
            <a:avLst/>
          </a:prstGeom>
        </p:spPr>
      </p:pic>
      <p:sp>
        <p:nvSpPr>
          <p:cNvPr id="6" name="Segnaposto testo 7">
            <a:extLst>
              <a:ext uri="{FF2B5EF4-FFF2-40B4-BE49-F238E27FC236}">
                <a16:creationId xmlns:a16="http://schemas.microsoft.com/office/drawing/2014/main" id="{4D9A9A8A-CD2B-AC40-AB18-77FAB2305C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600" y="457200"/>
            <a:ext cx="7848600" cy="35401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600" b="1" i="0">
                <a:solidFill>
                  <a:schemeClr val="bg1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Presentation Title</a:t>
            </a:r>
          </a:p>
        </p:txBody>
      </p:sp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BCA90DF0-B1C9-374D-ABB1-3E295E7FD9F4}"/>
              </a:ext>
            </a:extLst>
          </p:cNvPr>
          <p:cNvSpPr txBox="1"/>
          <p:nvPr userDrawn="1"/>
        </p:nvSpPr>
        <p:spPr>
          <a:xfrm>
            <a:off x="609600" y="7846821"/>
            <a:ext cx="4937125" cy="15388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-5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BOTTERO </a:t>
            </a:r>
            <a:r>
              <a:rPr kumimoji="0" lang="en" sz="1000" b="0" i="0" u="none" strike="noStrike" kern="1200" cap="none" spc="15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S.p.A. </a:t>
            </a: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- </a:t>
            </a:r>
            <a:r>
              <a:rPr kumimoji="0" lang="en" sz="1000" b="0" i="0" u="none" strike="noStrike" kern="1200" cap="none" spc="-5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All Rights</a:t>
            </a:r>
            <a:r>
              <a:rPr kumimoji="0" lang="en" sz="1000" b="0" i="0" u="none" strike="noStrike" kern="1200" cap="none" spc="-114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 </a:t>
            </a:r>
            <a:r>
              <a:rPr kumimoji="0" lang="en" sz="1000" b="0" i="0" u="none" strike="noStrike" kern="1200" cap="none" spc="-5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Reserved</a:t>
            </a:r>
          </a:p>
        </p:txBody>
      </p:sp>
      <p:sp>
        <p:nvSpPr>
          <p:cNvPr id="37" name="object 5">
            <a:extLst>
              <a:ext uri="{FF2B5EF4-FFF2-40B4-BE49-F238E27FC236}">
                <a16:creationId xmlns:a16="http://schemas.microsoft.com/office/drawing/2014/main" id="{2F0972EA-A86F-D74E-9399-F34A0A63EAD9}"/>
              </a:ext>
            </a:extLst>
          </p:cNvPr>
          <p:cNvSpPr txBox="1"/>
          <p:nvPr userDrawn="1"/>
        </p:nvSpPr>
        <p:spPr>
          <a:xfrm>
            <a:off x="609600" y="5181600"/>
            <a:ext cx="2133600" cy="221785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9685" lvl="0">
              <a:lnSpc>
                <a:spcPct val="111100"/>
              </a:lnSpc>
              <a:spcBef>
                <a:spcPts val="100"/>
              </a:spcBef>
            </a:pPr>
            <a:r>
              <a:rPr lang="en" sz="1000" spc="-5" dirty="0">
                <a:solidFill>
                  <a:srgbClr val="FFFFFF"/>
                </a:solidFill>
                <a:latin typeface="Libre Franklin Light"/>
                <a:cs typeface="Libre Franklin Light"/>
              </a:rPr>
              <a:t>This presentation </a:t>
            </a:r>
            <a:r>
              <a:rPr lang="en" sz="1000" dirty="0">
                <a:solidFill>
                  <a:srgbClr val="FFFFFF"/>
                </a:solidFill>
                <a:latin typeface="Libre Franklin Light"/>
                <a:cs typeface="Libre Franklin Light"/>
              </a:rPr>
              <a:t>has been </a:t>
            </a:r>
            <a:r>
              <a:rPr lang="en" sz="1000" spc="-5" dirty="0">
                <a:solidFill>
                  <a:srgbClr val="FFFFFF"/>
                </a:solidFill>
                <a:latin typeface="Libre Franklin Light"/>
                <a:cs typeface="Libre Franklin Light"/>
              </a:rPr>
              <a:t>prepared </a:t>
            </a:r>
            <a:r>
              <a:rPr lang="en" sz="1000" spc="-10" dirty="0">
                <a:solidFill>
                  <a:srgbClr val="FFFFFF"/>
                </a:solidFill>
                <a:latin typeface="Libre Franklin Light"/>
                <a:cs typeface="Libre Franklin Light"/>
              </a:rPr>
              <a:t>for</a:t>
            </a:r>
            <a:r>
              <a:rPr lang="en" sz="1000" spc="-114" dirty="0">
                <a:solidFill>
                  <a:srgbClr val="FFFFFF"/>
                </a:solidFill>
                <a:latin typeface="Libre Franklin Light"/>
                <a:cs typeface="Libre Franklin Light"/>
              </a:rPr>
              <a:t> </a:t>
            </a:r>
            <a:r>
              <a:rPr lang="en" sz="1000" spc="-5" dirty="0">
                <a:solidFill>
                  <a:srgbClr val="FFFFFF"/>
                </a:solidFill>
                <a:latin typeface="Libre Franklin Light"/>
                <a:cs typeface="Libre Franklin Light"/>
              </a:rPr>
              <a:t>information  purposes only </a:t>
            </a:r>
            <a:r>
              <a:rPr lang="en" sz="1000" dirty="0">
                <a:solidFill>
                  <a:srgbClr val="FFFFFF"/>
                </a:solidFill>
                <a:latin typeface="Libre Franklin Light"/>
                <a:cs typeface="Libre Franklin Light"/>
              </a:rPr>
              <a:t>and </a:t>
            </a:r>
            <a:r>
              <a:rPr lang="en" sz="1000" spc="-5" dirty="0">
                <a:solidFill>
                  <a:srgbClr val="FFFFFF"/>
                </a:solidFill>
                <a:latin typeface="Libre Franklin Light"/>
                <a:cs typeface="Libre Franklin Light"/>
              </a:rPr>
              <a:t>all descriptions, examples </a:t>
            </a:r>
            <a:r>
              <a:rPr lang="en" sz="1000" dirty="0">
                <a:solidFill>
                  <a:srgbClr val="FFFFFF"/>
                </a:solidFill>
                <a:latin typeface="Libre Franklin Light"/>
                <a:cs typeface="Libre Franklin Light"/>
              </a:rPr>
              <a:t>and  </a:t>
            </a:r>
            <a:r>
              <a:rPr lang="en" sz="1000" spc="-5" dirty="0">
                <a:solidFill>
                  <a:srgbClr val="FFFFFF"/>
                </a:solidFill>
                <a:latin typeface="Libre Franklin Light"/>
                <a:cs typeface="Libre Franklin Light"/>
              </a:rPr>
              <a:t>calculations are included in this presentation </a:t>
            </a:r>
            <a:r>
              <a:rPr lang="en" sz="1000" spc="-10" dirty="0">
                <a:solidFill>
                  <a:srgbClr val="FFFFFF"/>
                </a:solidFill>
                <a:latin typeface="Libre Franklin Light"/>
                <a:cs typeface="Libre Franklin Light"/>
              </a:rPr>
              <a:t>for  </a:t>
            </a:r>
            <a:r>
              <a:rPr lang="en" sz="1000" spc="-5" dirty="0">
                <a:solidFill>
                  <a:srgbClr val="FFFFFF"/>
                </a:solidFill>
                <a:latin typeface="Libre Franklin Light"/>
                <a:cs typeface="Libre Franklin Light"/>
              </a:rPr>
              <a:t>illustration </a:t>
            </a:r>
            <a:r>
              <a:rPr lang="en" sz="1000" dirty="0">
                <a:solidFill>
                  <a:srgbClr val="FFFFFF"/>
                </a:solidFill>
                <a:latin typeface="Libre Franklin Light"/>
                <a:cs typeface="Libre Franklin Light"/>
              </a:rPr>
              <a:t>purposes</a:t>
            </a:r>
            <a:r>
              <a:rPr lang="en" sz="1000" spc="-40" dirty="0">
                <a:solidFill>
                  <a:srgbClr val="FFFFFF"/>
                </a:solidFill>
                <a:latin typeface="Libre Franklin Light"/>
                <a:cs typeface="Libre Franklin Light"/>
              </a:rPr>
              <a:t> </a:t>
            </a:r>
            <a:r>
              <a:rPr lang="en" sz="1000" spc="-10" dirty="0">
                <a:solidFill>
                  <a:srgbClr val="FFFFFF"/>
                </a:solidFill>
                <a:latin typeface="Libre Franklin Light"/>
                <a:cs typeface="Libre Franklin Light"/>
              </a:rPr>
              <a:t>only.</a:t>
            </a:r>
            <a:endParaRPr lang="en" sz="1000" dirty="0">
              <a:solidFill>
                <a:prstClr val="black"/>
              </a:solidFill>
              <a:latin typeface="Libre Franklin Light"/>
              <a:cs typeface="Libre Franklin Light"/>
            </a:endParaRPr>
          </a:p>
          <a:p>
            <a:pPr lvl="0">
              <a:spcBef>
                <a:spcPts val="50"/>
              </a:spcBef>
            </a:pPr>
            <a:endParaRPr lang="en" sz="100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 marR="5080" lvl="0">
              <a:lnSpc>
                <a:spcPct val="111100"/>
              </a:lnSpc>
            </a:pPr>
            <a:r>
              <a:rPr lang="en" sz="1000" dirty="0">
                <a:solidFill>
                  <a:srgbClr val="FFFFFF"/>
                </a:solidFill>
                <a:latin typeface="Libre Franklin Light"/>
                <a:cs typeface="Libre Franklin Light"/>
              </a:rPr>
              <a:t>The </a:t>
            </a:r>
            <a:r>
              <a:rPr lang="en" sz="1000" spc="-5" dirty="0">
                <a:solidFill>
                  <a:srgbClr val="FFFFFF"/>
                </a:solidFill>
                <a:latin typeface="Libre Franklin Light"/>
                <a:cs typeface="Libre Franklin Light"/>
              </a:rPr>
              <a:t>Company </a:t>
            </a:r>
            <a:r>
              <a:rPr lang="en" sz="1000" dirty="0">
                <a:solidFill>
                  <a:srgbClr val="FFFFFF"/>
                </a:solidFill>
                <a:latin typeface="Libre Franklin Light"/>
                <a:cs typeface="Libre Franklin Light"/>
              </a:rPr>
              <a:t>does </a:t>
            </a:r>
            <a:r>
              <a:rPr lang="en" sz="1000" spc="-10" dirty="0">
                <a:solidFill>
                  <a:srgbClr val="FFFFFF"/>
                </a:solidFill>
                <a:latin typeface="Libre Franklin Light"/>
                <a:cs typeface="Libre Franklin Light"/>
              </a:rPr>
              <a:t>not </a:t>
            </a:r>
            <a:r>
              <a:rPr lang="en" sz="1000" dirty="0">
                <a:solidFill>
                  <a:srgbClr val="FFFFFF"/>
                </a:solidFill>
                <a:latin typeface="Libre Franklin Light"/>
                <a:cs typeface="Libre Franklin Light"/>
              </a:rPr>
              <a:t>undertake </a:t>
            </a:r>
            <a:r>
              <a:rPr lang="en" sz="1000" spc="-5" dirty="0">
                <a:solidFill>
                  <a:srgbClr val="FFFFFF"/>
                </a:solidFill>
                <a:latin typeface="Libre Franklin Light"/>
                <a:cs typeface="Libre Franklin Light"/>
              </a:rPr>
              <a:t>any obligation </a:t>
            </a:r>
            <a:r>
              <a:rPr lang="en" sz="1000" spc="-10" dirty="0">
                <a:solidFill>
                  <a:srgbClr val="FFFFFF"/>
                </a:solidFill>
                <a:latin typeface="Libre Franklin Light"/>
                <a:cs typeface="Libre Franklin Light"/>
              </a:rPr>
              <a:t>to  update </a:t>
            </a:r>
            <a:r>
              <a:rPr lang="en" sz="1000" dirty="0">
                <a:solidFill>
                  <a:srgbClr val="FFFFFF"/>
                </a:solidFill>
                <a:latin typeface="Libre Franklin Light"/>
                <a:cs typeface="Libre Franklin Light"/>
              </a:rPr>
              <a:t>or </a:t>
            </a:r>
            <a:r>
              <a:rPr lang="en" sz="1000" spc="-10" dirty="0">
                <a:solidFill>
                  <a:srgbClr val="FFFFFF"/>
                </a:solidFill>
                <a:latin typeface="Libre Franklin Light"/>
                <a:cs typeface="Libre Franklin Light"/>
              </a:rPr>
              <a:t>revise </a:t>
            </a:r>
            <a:r>
              <a:rPr lang="en" sz="1000" spc="-5" dirty="0">
                <a:solidFill>
                  <a:srgbClr val="FFFFFF"/>
                </a:solidFill>
                <a:latin typeface="Libre Franklin Light"/>
                <a:cs typeface="Libre Franklin Light"/>
              </a:rPr>
              <a:t>any statements </a:t>
            </a:r>
            <a:r>
              <a:rPr lang="en" sz="1000" dirty="0">
                <a:solidFill>
                  <a:srgbClr val="FFFFFF"/>
                </a:solidFill>
                <a:latin typeface="Libre Franklin Light"/>
                <a:cs typeface="Libre Franklin Light"/>
              </a:rPr>
              <a:t>contained </a:t>
            </a:r>
            <a:r>
              <a:rPr lang="en" sz="1000" spc="-5" dirty="0">
                <a:solidFill>
                  <a:srgbClr val="FFFFFF"/>
                </a:solidFill>
                <a:latin typeface="Libre Franklin Light"/>
                <a:cs typeface="Libre Franklin Light"/>
              </a:rPr>
              <a:t>in this  presentation, whether </a:t>
            </a:r>
            <a:r>
              <a:rPr lang="en" sz="1000" dirty="0">
                <a:solidFill>
                  <a:srgbClr val="FFFFFF"/>
                </a:solidFill>
                <a:latin typeface="Libre Franklin Light"/>
                <a:cs typeface="Libre Franklin Light"/>
              </a:rPr>
              <a:t>as a </a:t>
            </a:r>
            <a:r>
              <a:rPr lang="en" sz="1000" spc="-5" dirty="0">
                <a:solidFill>
                  <a:srgbClr val="FFFFFF"/>
                </a:solidFill>
                <a:latin typeface="Libre Franklin Light"/>
                <a:cs typeface="Libre Franklin Light"/>
              </a:rPr>
              <a:t>result </a:t>
            </a:r>
            <a:r>
              <a:rPr lang="en" sz="1000" spc="-10" dirty="0">
                <a:solidFill>
                  <a:srgbClr val="FFFFFF"/>
                </a:solidFill>
                <a:latin typeface="Libre Franklin Light"/>
                <a:cs typeface="Libre Franklin Light"/>
              </a:rPr>
              <a:t>of </a:t>
            </a:r>
            <a:r>
              <a:rPr lang="en" sz="1000" spc="-5" dirty="0">
                <a:solidFill>
                  <a:srgbClr val="FFFFFF"/>
                </a:solidFill>
                <a:latin typeface="Libre Franklin Light"/>
                <a:cs typeface="Libre Franklin Light"/>
              </a:rPr>
              <a:t>new</a:t>
            </a:r>
            <a:r>
              <a:rPr lang="en" sz="1000" spc="-125" dirty="0">
                <a:solidFill>
                  <a:srgbClr val="FFFFFF"/>
                </a:solidFill>
                <a:latin typeface="Libre Franklin Light"/>
                <a:cs typeface="Libre Franklin Light"/>
              </a:rPr>
              <a:t> </a:t>
            </a:r>
            <a:r>
              <a:rPr lang="en" sz="1000" spc="-5" dirty="0">
                <a:solidFill>
                  <a:srgbClr val="FFFFFF"/>
                </a:solidFill>
                <a:latin typeface="Libre Franklin Light"/>
                <a:cs typeface="Libre Franklin Light"/>
              </a:rPr>
              <a:t>information,  future </a:t>
            </a:r>
            <a:r>
              <a:rPr lang="en" sz="1000" spc="-10" dirty="0">
                <a:solidFill>
                  <a:srgbClr val="FFFFFF"/>
                </a:solidFill>
                <a:latin typeface="Libre Franklin Light"/>
                <a:cs typeface="Libre Franklin Light"/>
              </a:rPr>
              <a:t>events </a:t>
            </a:r>
            <a:r>
              <a:rPr lang="en" sz="1000" dirty="0">
                <a:solidFill>
                  <a:srgbClr val="FFFFFF"/>
                </a:solidFill>
                <a:latin typeface="Libre Franklin Light"/>
                <a:cs typeface="Libre Franklin Light"/>
              </a:rPr>
              <a:t>or</a:t>
            </a:r>
            <a:r>
              <a:rPr lang="en" sz="1000" spc="-50" dirty="0">
                <a:solidFill>
                  <a:srgbClr val="FFFFFF"/>
                </a:solidFill>
                <a:latin typeface="Libre Franklin Light"/>
                <a:cs typeface="Libre Franklin Light"/>
              </a:rPr>
              <a:t> </a:t>
            </a:r>
            <a:r>
              <a:rPr lang="en" sz="1000" spc="-5" dirty="0">
                <a:solidFill>
                  <a:srgbClr val="FFFFFF"/>
                </a:solidFill>
                <a:latin typeface="Libre Franklin Light"/>
                <a:cs typeface="Libre Franklin Light"/>
              </a:rPr>
              <a:t>otherwise.</a:t>
            </a:r>
            <a:endParaRPr lang="en" sz="1000" dirty="0">
              <a:solidFill>
                <a:prstClr val="black"/>
              </a:solidFill>
              <a:latin typeface="Libre Franklin Light"/>
              <a:cs typeface="Libre Franklin Light"/>
            </a:endParaRPr>
          </a:p>
        </p:txBody>
      </p:sp>
      <p:sp>
        <p:nvSpPr>
          <p:cNvPr id="40" name="Segnaposto testo 4">
            <a:extLst>
              <a:ext uri="{FF2B5EF4-FFF2-40B4-BE49-F238E27FC236}">
                <a16:creationId xmlns:a16="http://schemas.microsoft.com/office/drawing/2014/main" id="{EC783C9D-88F1-B248-B5B2-03B316DF7F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53000" y="3657600"/>
            <a:ext cx="4724400" cy="9652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6000" b="1" i="0">
                <a:solidFill>
                  <a:schemeClr val="bg1"/>
                </a:solidFill>
                <a:latin typeface="Libre Franklin" pitchFamily="2" charset="77"/>
              </a:defRPr>
            </a:lvl1pPr>
          </a:lstStyle>
          <a:p>
            <a:r>
              <a:rPr lang="it-IT" dirty="0" err="1"/>
              <a:t>Thank</a:t>
            </a:r>
            <a:r>
              <a:rPr lang="it-IT" dirty="0"/>
              <a:t> </a:t>
            </a:r>
            <a:r>
              <a:rPr lang="it-IT" dirty="0" err="1"/>
              <a:t>you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932934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roA_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egnaposto testo 7">
            <a:extLst>
              <a:ext uri="{FF2B5EF4-FFF2-40B4-BE49-F238E27FC236}">
                <a16:creationId xmlns:a16="http://schemas.microsoft.com/office/drawing/2014/main" id="{1636553F-D81A-D948-8CFE-774859F963C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57200"/>
            <a:ext cx="11811000" cy="354013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26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Presentation Title &gt; </a:t>
            </a:r>
            <a:r>
              <a:rPr lang="it-IT" dirty="0" err="1"/>
              <a:t>Section</a:t>
            </a:r>
            <a:r>
              <a:rPr lang="it-IT" dirty="0"/>
              <a:t> Title</a:t>
            </a:r>
          </a:p>
        </p:txBody>
      </p:sp>
      <p:sp>
        <p:nvSpPr>
          <p:cNvPr id="24" name="Segnaposto immagine 3">
            <a:extLst>
              <a:ext uri="{FF2B5EF4-FFF2-40B4-BE49-F238E27FC236}">
                <a16:creationId xmlns:a16="http://schemas.microsoft.com/office/drawing/2014/main" id="{19E8F567-3E3F-D341-BF82-81063420AC0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" y="4267200"/>
            <a:ext cx="13411200" cy="3360738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 dirty="0"/>
          </a:p>
        </p:txBody>
      </p:sp>
      <p:sp>
        <p:nvSpPr>
          <p:cNvPr id="29" name="Segnaposto testo 17">
            <a:extLst>
              <a:ext uri="{FF2B5EF4-FFF2-40B4-BE49-F238E27FC236}">
                <a16:creationId xmlns:a16="http://schemas.microsoft.com/office/drawing/2014/main" id="{A0929908-EF97-8340-8F5D-F8CC51ECC63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4304" y="2711526"/>
            <a:ext cx="13411200" cy="12508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0" i="0">
                <a:solidFill>
                  <a:srgbClr val="6A6A69"/>
                </a:solidFill>
                <a:latin typeface="Libre Franklin Light" pitchFamily="2" charset="77"/>
              </a:defRPr>
            </a:lvl1pPr>
          </a:lstStyle>
          <a:p>
            <a:r>
              <a:rPr lang="it-IT" dirty="0"/>
              <a:t>Modifica gli stili del testo dello schema
Secondo livello</a:t>
            </a:r>
          </a:p>
        </p:txBody>
      </p:sp>
      <p:sp>
        <p:nvSpPr>
          <p:cNvPr id="31" name="Segnaposto testo 5">
            <a:extLst>
              <a:ext uri="{FF2B5EF4-FFF2-40B4-BE49-F238E27FC236}">
                <a16:creationId xmlns:a16="http://schemas.microsoft.com/office/drawing/2014/main" id="{56670C56-FA13-2F41-8301-616EF8C1ED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3505" y="2084387"/>
            <a:ext cx="4343400" cy="582613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buNone/>
              <a:defRPr sz="22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 err="1"/>
              <a:t>Paragraph</a:t>
            </a:r>
            <a:r>
              <a:rPr lang="it-IT" dirty="0"/>
              <a:t> Title</a:t>
            </a:r>
          </a:p>
        </p:txBody>
      </p:sp>
      <p:sp>
        <p:nvSpPr>
          <p:cNvPr id="11" name="Segnaposto testo 10">
            <a:extLst>
              <a:ext uri="{FF2B5EF4-FFF2-40B4-BE49-F238E27FC236}">
                <a16:creationId xmlns:a16="http://schemas.microsoft.com/office/drawing/2014/main" id="{E39DA969-5090-4C5C-838B-9151DC687D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600" y="1447800"/>
            <a:ext cx="7924800" cy="6365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600" b="1" spc="-90" baseline="0">
                <a:solidFill>
                  <a:schemeClr val="tx2"/>
                </a:solidFill>
                <a:latin typeface="Libre Franklin" panose="00000800000000000000" pitchFamily="2" charset="0"/>
              </a:defRPr>
            </a:lvl1pPr>
            <a:lvl2pPr>
              <a:defRPr sz="3600" b="1">
                <a:solidFill>
                  <a:srgbClr val="006695"/>
                </a:solidFill>
                <a:latin typeface="Libre Franklin" panose="00000800000000000000" pitchFamily="2" charset="0"/>
              </a:defRPr>
            </a:lvl2pPr>
            <a:lvl3pPr>
              <a:defRPr sz="3600" b="1">
                <a:solidFill>
                  <a:srgbClr val="006695"/>
                </a:solidFill>
                <a:latin typeface="Libre Franklin" panose="00000800000000000000" pitchFamily="2" charset="0"/>
              </a:defRPr>
            </a:lvl3pPr>
            <a:lvl4pPr>
              <a:defRPr sz="3600" b="1">
                <a:solidFill>
                  <a:srgbClr val="006695"/>
                </a:solidFill>
                <a:latin typeface="Libre Franklin" panose="00000800000000000000" pitchFamily="2" charset="0"/>
              </a:defRPr>
            </a:lvl4pPr>
            <a:lvl5pPr>
              <a:defRPr sz="3600" b="1">
                <a:solidFill>
                  <a:srgbClr val="006695"/>
                </a:solidFill>
                <a:latin typeface="Libre Franklin" panose="00000800000000000000" pitchFamily="2" charset="0"/>
              </a:defRPr>
            </a:lvl5pPr>
          </a:lstStyle>
          <a:p>
            <a:pPr lvl="0"/>
            <a:r>
              <a:rPr lang="it-IT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2352016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astroA_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egnaposto immagine 15">
            <a:extLst>
              <a:ext uri="{FF2B5EF4-FFF2-40B4-BE49-F238E27FC236}">
                <a16:creationId xmlns:a16="http://schemas.microsoft.com/office/drawing/2014/main" id="{31EA323E-9924-9B4E-8031-B922137E3B7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D6D6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52960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roA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egnaposto testo 13">
            <a:extLst>
              <a:ext uri="{FF2B5EF4-FFF2-40B4-BE49-F238E27FC236}">
                <a16:creationId xmlns:a16="http://schemas.microsoft.com/office/drawing/2014/main" id="{48F6F462-FC12-D240-B7BF-7BE4EEDB2D5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" y="3581400"/>
            <a:ext cx="6689124" cy="533400"/>
          </a:xfrm>
          <a:prstGeom prst="rect">
            <a:avLst/>
          </a:prstGeom>
        </p:spPr>
        <p:txBody>
          <a:bodyPr lIns="0" tIns="0" rIns="0" bIns="0"/>
          <a:lstStyle>
            <a:lvl1pPr marL="12700" marR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800" b="1" i="0">
                <a:solidFill>
                  <a:schemeClr val="tx2"/>
                </a:solidFill>
                <a:latin typeface="Libre Franklin" pitchFamily="2" charset="77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600" b="1" i="0" u="none" strike="noStrike" kern="0" cap="none" spc="-114" normalizeH="0" baseline="0" noProof="0" dirty="0">
                <a:ln>
                  <a:noFill/>
                </a:ln>
                <a:solidFill>
                  <a:srgbClr val="005283"/>
                </a:solidFill>
                <a:effectLst/>
                <a:uLnTx/>
                <a:uFillTx/>
                <a:latin typeface="Libre Franklin" panose="00000500000000000000" pitchFamily="2" charset="0"/>
                <a:ea typeface="+mn-ea"/>
                <a:cs typeface="+mn-cs"/>
              </a:rPr>
              <a:t>Slide Title</a:t>
            </a:r>
            <a:endParaRPr kumimoji="0" lang="it-IT" sz="36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Libre Franklin" panose="00000500000000000000" pitchFamily="2" charset="0"/>
              <a:ea typeface="+mn-ea"/>
              <a:cs typeface="+mn-cs"/>
            </a:endParaRPr>
          </a:p>
        </p:txBody>
      </p:sp>
      <p:sp>
        <p:nvSpPr>
          <p:cNvPr id="18" name="Segnaposto testo 17">
            <a:extLst>
              <a:ext uri="{FF2B5EF4-FFF2-40B4-BE49-F238E27FC236}">
                <a16:creationId xmlns:a16="http://schemas.microsoft.com/office/drawing/2014/main" id="{90B5BC9E-CBBF-7543-97BD-176713728AE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4408145"/>
            <a:ext cx="6689124" cy="1066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0" i="0">
                <a:solidFill>
                  <a:srgbClr val="6A6A69"/>
                </a:solidFill>
                <a:latin typeface="Libre Franklin Light" pitchFamily="2" charset="77"/>
              </a:defRPr>
            </a:lvl1pPr>
          </a:lstStyle>
          <a:p>
            <a:r>
              <a:rPr lang="it-IT" dirty="0"/>
              <a:t>Body: </a:t>
            </a:r>
            <a:r>
              <a:rPr lang="it-IT" dirty="0" err="1"/>
              <a:t>you</a:t>
            </a:r>
            <a:r>
              <a:rPr lang="it-IT" dirty="0"/>
              <a:t> can use the </a:t>
            </a:r>
            <a:r>
              <a:rPr lang="it-IT" dirty="0" err="1"/>
              <a:t>different</a:t>
            </a:r>
            <a:r>
              <a:rPr lang="it-IT" dirty="0"/>
              <a:t> Bottero Colors</a:t>
            </a:r>
          </a:p>
        </p:txBody>
      </p:sp>
      <p:sp>
        <p:nvSpPr>
          <p:cNvPr id="23" name="Segnaposto immagine 20">
            <a:extLst>
              <a:ext uri="{FF2B5EF4-FFF2-40B4-BE49-F238E27FC236}">
                <a16:creationId xmlns:a16="http://schemas.microsoft.com/office/drawing/2014/main" id="{DFC0A1BE-0972-4443-8990-DA7EC556CEE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5200" y="1220788"/>
            <a:ext cx="6721475" cy="640715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 dirty="0"/>
          </a:p>
        </p:txBody>
      </p:sp>
      <p:sp>
        <p:nvSpPr>
          <p:cNvPr id="7" name="Segnaposto testo 7">
            <a:extLst>
              <a:ext uri="{FF2B5EF4-FFF2-40B4-BE49-F238E27FC236}">
                <a16:creationId xmlns:a16="http://schemas.microsoft.com/office/drawing/2014/main" id="{393A321D-69B1-4412-8496-C43EE04D41C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57200"/>
            <a:ext cx="11811000" cy="35401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6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Presentation Title &gt; </a:t>
            </a:r>
            <a:r>
              <a:rPr lang="it-IT" dirty="0" err="1"/>
              <a:t>Section</a:t>
            </a:r>
            <a:r>
              <a:rPr lang="it-IT" dirty="0"/>
              <a:t> Title</a:t>
            </a:r>
          </a:p>
        </p:txBody>
      </p:sp>
    </p:spTree>
    <p:extLst>
      <p:ext uri="{BB962C8B-B14F-4D97-AF65-F5344CB8AC3E}">
        <p14:creationId xmlns:p14="http://schemas.microsoft.com/office/powerpoint/2010/main" val="150647253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roA_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egnaposto immagine 20">
            <a:extLst>
              <a:ext uri="{FF2B5EF4-FFF2-40B4-BE49-F238E27FC236}">
                <a16:creationId xmlns:a16="http://schemas.microsoft.com/office/drawing/2014/main" id="{DFC0A1BE-0972-4443-8990-DA7EC556CEE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1" y="1220788"/>
            <a:ext cx="4337304" cy="640715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 dirty="0"/>
          </a:p>
        </p:txBody>
      </p:sp>
      <p:sp>
        <p:nvSpPr>
          <p:cNvPr id="11" name="Segnaposto testo 13">
            <a:extLst>
              <a:ext uri="{FF2B5EF4-FFF2-40B4-BE49-F238E27FC236}">
                <a16:creationId xmlns:a16="http://schemas.microsoft.com/office/drawing/2014/main" id="{83004D6E-20EC-FD4F-B5E3-584285ACC33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05399" y="3581400"/>
            <a:ext cx="8915597" cy="533400"/>
          </a:xfrm>
          <a:prstGeom prst="rect">
            <a:avLst/>
          </a:prstGeom>
        </p:spPr>
        <p:txBody>
          <a:bodyPr lIns="0" tIns="0" rIns="0" bIns="0"/>
          <a:lstStyle>
            <a:lvl1pPr marL="12700" marR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800" b="1" i="0">
                <a:solidFill>
                  <a:schemeClr val="tx2"/>
                </a:solidFill>
                <a:latin typeface="Libre Franklin" pitchFamily="2" charset="77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600" b="1" i="0" u="none" strike="noStrike" kern="0" cap="none" spc="-114" normalizeH="0" baseline="0" noProof="0" dirty="0">
                <a:ln>
                  <a:noFill/>
                </a:ln>
                <a:solidFill>
                  <a:srgbClr val="005283"/>
                </a:solidFill>
                <a:effectLst/>
                <a:uLnTx/>
                <a:uFillTx/>
                <a:latin typeface="Libre Franklin" panose="00000500000000000000" pitchFamily="2" charset="0"/>
                <a:ea typeface="+mn-ea"/>
                <a:cs typeface="+mn-cs"/>
              </a:rPr>
              <a:t>Slide Title</a:t>
            </a:r>
            <a:endParaRPr kumimoji="0" lang="it-IT" sz="36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Libre Franklin" panose="00000500000000000000" pitchFamily="2" charset="0"/>
              <a:ea typeface="+mn-ea"/>
              <a:cs typeface="+mn-cs"/>
            </a:endParaRPr>
          </a:p>
        </p:txBody>
      </p:sp>
      <p:sp>
        <p:nvSpPr>
          <p:cNvPr id="13" name="Segnaposto testo 17">
            <a:extLst>
              <a:ext uri="{FF2B5EF4-FFF2-40B4-BE49-F238E27FC236}">
                <a16:creationId xmlns:a16="http://schemas.microsoft.com/office/drawing/2014/main" id="{4A9A4D87-3817-154B-8E12-E670651657E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06001" y="4408145"/>
            <a:ext cx="8914798" cy="1066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0" i="0">
                <a:solidFill>
                  <a:srgbClr val="6A6A69"/>
                </a:solidFill>
                <a:latin typeface="Libre Franklin Light" pitchFamily="2" charset="77"/>
              </a:defRPr>
            </a:lvl1pPr>
          </a:lstStyle>
          <a:p>
            <a:r>
              <a:rPr lang="it-IT" dirty="0"/>
              <a:t>Body: </a:t>
            </a:r>
            <a:r>
              <a:rPr lang="it-IT" dirty="0" err="1"/>
              <a:t>you</a:t>
            </a:r>
            <a:r>
              <a:rPr lang="it-IT" dirty="0"/>
              <a:t> can use the </a:t>
            </a:r>
            <a:r>
              <a:rPr lang="it-IT" dirty="0" err="1"/>
              <a:t>different</a:t>
            </a:r>
            <a:r>
              <a:rPr lang="it-IT" dirty="0"/>
              <a:t> Bottero Colors</a:t>
            </a:r>
          </a:p>
        </p:txBody>
      </p:sp>
      <p:sp>
        <p:nvSpPr>
          <p:cNvPr id="7" name="Segnaposto testo 7">
            <a:extLst>
              <a:ext uri="{FF2B5EF4-FFF2-40B4-BE49-F238E27FC236}">
                <a16:creationId xmlns:a16="http://schemas.microsoft.com/office/drawing/2014/main" id="{FF023476-98C7-4CC7-A602-4125878FBD4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57200"/>
            <a:ext cx="11811000" cy="35401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6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Presentation Title &gt; </a:t>
            </a:r>
            <a:r>
              <a:rPr lang="it-IT" dirty="0" err="1"/>
              <a:t>Section</a:t>
            </a:r>
            <a:r>
              <a:rPr lang="it-IT" dirty="0"/>
              <a:t> Title</a:t>
            </a:r>
          </a:p>
        </p:txBody>
      </p:sp>
    </p:spTree>
    <p:extLst>
      <p:ext uri="{BB962C8B-B14F-4D97-AF65-F5344CB8AC3E}">
        <p14:creationId xmlns:p14="http://schemas.microsoft.com/office/powerpoint/2010/main" val="15538119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roA_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egnaposto testo 3">
            <a:extLst>
              <a:ext uri="{FF2B5EF4-FFF2-40B4-BE49-F238E27FC236}">
                <a16:creationId xmlns:a16="http://schemas.microsoft.com/office/drawing/2014/main" id="{5726EE46-FC6E-4949-B621-C876BE68D95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76600" y="1600200"/>
            <a:ext cx="8077200" cy="1371600"/>
          </a:xfrm>
          <a:prstGeom prst="rect">
            <a:avLst/>
          </a:prstGeom>
        </p:spPr>
        <p:txBody>
          <a:bodyPr lIns="0" tIns="46800" rIns="0" bIns="46800" anchor="ctr" anchorCtr="0"/>
          <a:lstStyle>
            <a:lvl1pPr marL="0" indent="0" algn="ctr">
              <a:buNone/>
              <a:defRPr sz="90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Title</a:t>
            </a:r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BA4C7C3E-6ACC-E143-A250-0EE1C16EBF3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3379787"/>
            <a:ext cx="4343400" cy="582613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36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 err="1"/>
              <a:t>Paragraph</a:t>
            </a:r>
            <a:r>
              <a:rPr lang="it-IT" dirty="0"/>
              <a:t> Title</a:t>
            </a:r>
          </a:p>
        </p:txBody>
      </p:sp>
      <p:sp>
        <p:nvSpPr>
          <p:cNvPr id="22" name="Segnaposto testo 5">
            <a:extLst>
              <a:ext uri="{FF2B5EF4-FFF2-40B4-BE49-F238E27FC236}">
                <a16:creationId xmlns:a16="http://schemas.microsoft.com/office/drawing/2014/main" id="{923C7CE9-0ABA-D744-B4D7-177FF2266A9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39531" y="3379787"/>
            <a:ext cx="4385463" cy="582613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36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 err="1"/>
              <a:t>Paragraph</a:t>
            </a:r>
            <a:r>
              <a:rPr lang="it-IT" dirty="0"/>
              <a:t> Title</a:t>
            </a:r>
          </a:p>
        </p:txBody>
      </p:sp>
      <p:sp>
        <p:nvSpPr>
          <p:cNvPr id="24" name="Segnaposto testo 5">
            <a:extLst>
              <a:ext uri="{FF2B5EF4-FFF2-40B4-BE49-F238E27FC236}">
                <a16:creationId xmlns:a16="http://schemas.microsoft.com/office/drawing/2014/main" id="{97E11054-0766-9E46-BE85-7BB1D8C47C2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691816" y="3379787"/>
            <a:ext cx="4343400" cy="582613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36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 err="1"/>
              <a:t>Paragraph</a:t>
            </a:r>
            <a:r>
              <a:rPr lang="it-IT" dirty="0"/>
              <a:t> Title</a:t>
            </a:r>
          </a:p>
        </p:txBody>
      </p:sp>
      <p:sp>
        <p:nvSpPr>
          <p:cNvPr id="25" name="Segnaposto testo 24">
            <a:extLst>
              <a:ext uri="{FF2B5EF4-FFF2-40B4-BE49-F238E27FC236}">
                <a16:creationId xmlns:a16="http://schemas.microsoft.com/office/drawing/2014/main" id="{A9F284A3-0839-4D44-A01D-E46B6CA099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1663" y="4118919"/>
            <a:ext cx="4351337" cy="2154238"/>
          </a:xfrm>
          <a:prstGeom prst="rect">
            <a:avLst/>
          </a:prstGeom>
        </p:spPr>
        <p:txBody>
          <a:bodyPr lIns="108000" tIns="0" rIns="108000" bIns="0"/>
          <a:lstStyle>
            <a:lvl1pPr>
              <a:defRPr sz="1800" b="0" i="0">
                <a:solidFill>
                  <a:srgbClr val="6A6A69"/>
                </a:solidFill>
                <a:latin typeface="Libre Franklin Light" pitchFamily="2" charset="77"/>
              </a:defRPr>
            </a:lvl1pPr>
          </a:lstStyle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26" name="Segnaposto testo 24">
            <a:extLst>
              <a:ext uri="{FF2B5EF4-FFF2-40B4-BE49-F238E27FC236}">
                <a16:creationId xmlns:a16="http://schemas.microsoft.com/office/drawing/2014/main" id="{8996FA11-031F-7F4C-A177-4F6E8745C70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27626" y="4118919"/>
            <a:ext cx="4397366" cy="2154238"/>
          </a:xfrm>
          <a:prstGeom prst="rect">
            <a:avLst/>
          </a:prstGeom>
        </p:spPr>
        <p:txBody>
          <a:bodyPr lIns="108000" tIns="0" rIns="108000" bIns="0"/>
          <a:lstStyle>
            <a:lvl1pPr>
              <a:defRPr sz="1800" b="0" i="0">
                <a:solidFill>
                  <a:srgbClr val="6A6A69"/>
                </a:solidFill>
                <a:latin typeface="Libre Franklin Light" pitchFamily="2" charset="77"/>
              </a:defRPr>
            </a:lvl1pPr>
          </a:lstStyle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27" name="Segnaposto testo 24">
            <a:extLst>
              <a:ext uri="{FF2B5EF4-FFF2-40B4-BE49-F238E27FC236}">
                <a16:creationId xmlns:a16="http://schemas.microsoft.com/office/drawing/2014/main" id="{EC61B3DD-C09B-5B49-8B49-8ACD5651270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687847" y="4114800"/>
            <a:ext cx="4351337" cy="2154238"/>
          </a:xfrm>
          <a:prstGeom prst="rect">
            <a:avLst/>
          </a:prstGeom>
        </p:spPr>
        <p:txBody>
          <a:bodyPr lIns="108000" tIns="0" rIns="108000" bIns="0"/>
          <a:lstStyle>
            <a:lvl1pPr>
              <a:defRPr sz="1800" b="0" i="0">
                <a:solidFill>
                  <a:srgbClr val="6A6A69"/>
                </a:solidFill>
                <a:latin typeface="Libre Franklin Light" pitchFamily="2" charset="77"/>
              </a:defRPr>
            </a:lvl1pPr>
          </a:lstStyle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cxnSp>
        <p:nvCxnSpPr>
          <p:cNvPr id="31" name="Connettore 1 30">
            <a:extLst>
              <a:ext uri="{FF2B5EF4-FFF2-40B4-BE49-F238E27FC236}">
                <a16:creationId xmlns:a16="http://schemas.microsoft.com/office/drawing/2014/main" id="{F38D7793-B2AA-344D-B7B9-86ADB2919D7E}"/>
              </a:ext>
            </a:extLst>
          </p:cNvPr>
          <p:cNvCxnSpPr/>
          <p:nvPr userDrawn="1"/>
        </p:nvCxnSpPr>
        <p:spPr>
          <a:xfrm>
            <a:off x="5029200" y="3379787"/>
            <a:ext cx="0" cy="2889251"/>
          </a:xfrm>
          <a:prstGeom prst="line">
            <a:avLst/>
          </a:prstGeom>
          <a:ln w="6350">
            <a:solidFill>
              <a:srgbClr val="6A6A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ttore 1 31">
            <a:extLst>
              <a:ext uri="{FF2B5EF4-FFF2-40B4-BE49-F238E27FC236}">
                <a16:creationId xmlns:a16="http://schemas.microsoft.com/office/drawing/2014/main" id="{8C2D39A0-8333-154B-973C-323E1B492426}"/>
              </a:ext>
            </a:extLst>
          </p:cNvPr>
          <p:cNvCxnSpPr/>
          <p:nvPr userDrawn="1"/>
        </p:nvCxnSpPr>
        <p:spPr>
          <a:xfrm>
            <a:off x="9601200" y="3379787"/>
            <a:ext cx="0" cy="2889251"/>
          </a:xfrm>
          <a:prstGeom prst="line">
            <a:avLst/>
          </a:prstGeom>
          <a:ln w="6350">
            <a:solidFill>
              <a:srgbClr val="6A6A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Segnaposto testo 7">
            <a:extLst>
              <a:ext uri="{FF2B5EF4-FFF2-40B4-BE49-F238E27FC236}">
                <a16:creationId xmlns:a16="http://schemas.microsoft.com/office/drawing/2014/main" id="{31D03C4A-9506-4692-AB6E-30978F4A2D3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57200"/>
            <a:ext cx="11811000" cy="35401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6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Presentation Title &gt; </a:t>
            </a:r>
            <a:r>
              <a:rPr lang="it-IT" dirty="0" err="1"/>
              <a:t>Section</a:t>
            </a:r>
            <a:r>
              <a:rPr lang="it-IT" dirty="0"/>
              <a:t> Title</a:t>
            </a:r>
          </a:p>
        </p:txBody>
      </p:sp>
    </p:spTree>
    <p:extLst>
      <p:ext uri="{BB962C8B-B14F-4D97-AF65-F5344CB8AC3E}">
        <p14:creationId xmlns:p14="http://schemas.microsoft.com/office/powerpoint/2010/main" val="35737896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roA_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egnaposto testo 3">
            <a:extLst>
              <a:ext uri="{FF2B5EF4-FFF2-40B4-BE49-F238E27FC236}">
                <a16:creationId xmlns:a16="http://schemas.microsoft.com/office/drawing/2014/main" id="{5726EE46-FC6E-4949-B621-C876BE68D95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76600" y="1600200"/>
            <a:ext cx="8077200" cy="1371600"/>
          </a:xfrm>
          <a:prstGeom prst="rect">
            <a:avLst/>
          </a:prstGeom>
        </p:spPr>
        <p:txBody>
          <a:bodyPr lIns="0" tIns="46800" rIns="0" bIns="46800" anchor="ctr" anchorCtr="0"/>
          <a:lstStyle>
            <a:lvl1pPr marL="0" indent="0" algn="ctr">
              <a:buNone/>
              <a:defRPr sz="90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Title</a:t>
            </a:r>
          </a:p>
        </p:txBody>
      </p:sp>
      <p:sp>
        <p:nvSpPr>
          <p:cNvPr id="14" name="Segnaposto testo 3">
            <a:extLst>
              <a:ext uri="{FF2B5EF4-FFF2-40B4-BE49-F238E27FC236}">
                <a16:creationId xmlns:a16="http://schemas.microsoft.com/office/drawing/2014/main" id="{80ECDEBC-BA5F-0C44-9AC2-423A6C6041C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76600" y="3367595"/>
            <a:ext cx="8077200" cy="3852356"/>
          </a:xfrm>
          <a:prstGeom prst="rect">
            <a:avLst/>
          </a:prstGeom>
        </p:spPr>
        <p:txBody>
          <a:bodyPr lIns="0" tIns="46800" rIns="0" bIns="46800" anchor="ctr" anchorCtr="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8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dirty="0" err="1"/>
              <a:t>Paragraph</a:t>
            </a:r>
            <a:r>
              <a:rPr lang="it-IT" dirty="0"/>
              <a:t> Title / Body</a:t>
            </a:r>
          </a:p>
        </p:txBody>
      </p:sp>
      <p:sp>
        <p:nvSpPr>
          <p:cNvPr id="6" name="Segnaposto testo 7">
            <a:extLst>
              <a:ext uri="{FF2B5EF4-FFF2-40B4-BE49-F238E27FC236}">
                <a16:creationId xmlns:a16="http://schemas.microsoft.com/office/drawing/2014/main" id="{648DC876-0E8F-471C-8061-C8DF5890867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57200"/>
            <a:ext cx="11811000" cy="35401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6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Presentation Title &gt; </a:t>
            </a:r>
            <a:r>
              <a:rPr lang="it-IT" dirty="0" err="1"/>
              <a:t>Section</a:t>
            </a:r>
            <a:r>
              <a:rPr lang="it-IT" dirty="0"/>
              <a:t> Title</a:t>
            </a:r>
          </a:p>
        </p:txBody>
      </p:sp>
    </p:spTree>
    <p:extLst>
      <p:ext uri="{BB962C8B-B14F-4D97-AF65-F5344CB8AC3E}">
        <p14:creationId xmlns:p14="http://schemas.microsoft.com/office/powerpoint/2010/main" val="13301697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roA_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egnaposto testo 5">
            <a:extLst>
              <a:ext uri="{FF2B5EF4-FFF2-40B4-BE49-F238E27FC236}">
                <a16:creationId xmlns:a16="http://schemas.microsoft.com/office/drawing/2014/main" id="{56670C56-FA13-2F41-8301-616EF8C1ED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3505" y="2057400"/>
            <a:ext cx="4343400" cy="486271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buNone/>
              <a:defRPr sz="2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 err="1"/>
              <a:t>Paragraph</a:t>
            </a:r>
            <a:r>
              <a:rPr lang="it-IT" dirty="0"/>
              <a:t> Title</a:t>
            </a:r>
          </a:p>
        </p:txBody>
      </p:sp>
      <p:sp>
        <p:nvSpPr>
          <p:cNvPr id="15" name="Segnaposto testo 24">
            <a:extLst>
              <a:ext uri="{FF2B5EF4-FFF2-40B4-BE49-F238E27FC236}">
                <a16:creationId xmlns:a16="http://schemas.microsoft.com/office/drawing/2014/main" id="{25DD81EB-79C4-A34E-B010-1B68983A667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09600" y="3074986"/>
            <a:ext cx="4343400" cy="43164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0" i="0">
                <a:solidFill>
                  <a:srgbClr val="6A6A69"/>
                </a:solidFill>
                <a:latin typeface="Libre Franklin Light" pitchFamily="2" charset="77"/>
              </a:defRPr>
            </a:lvl1pPr>
          </a:lstStyle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20" name="Segnaposto immagine 3">
            <a:extLst>
              <a:ext uri="{FF2B5EF4-FFF2-40B4-BE49-F238E27FC236}">
                <a16:creationId xmlns:a16="http://schemas.microsoft.com/office/drawing/2014/main" id="{99EF0B15-EE25-AE46-8B6E-789C19159EF8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181600" y="1444625"/>
            <a:ext cx="4343400" cy="259397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21" name="Segnaposto immagine 3">
            <a:extLst>
              <a:ext uri="{FF2B5EF4-FFF2-40B4-BE49-F238E27FC236}">
                <a16:creationId xmlns:a16="http://schemas.microsoft.com/office/drawing/2014/main" id="{A8DF41B0-2AB6-0844-96BE-80782B405E06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677400" y="1450594"/>
            <a:ext cx="4343400" cy="259397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22" name="Segnaposto immagine 3">
            <a:extLst>
              <a:ext uri="{FF2B5EF4-FFF2-40B4-BE49-F238E27FC236}">
                <a16:creationId xmlns:a16="http://schemas.microsoft.com/office/drawing/2014/main" id="{D650E703-A96B-DB4B-B287-ECBE870CDAD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677400" y="4185031"/>
            <a:ext cx="4343400" cy="320040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23" name="Segnaposto immagine 3">
            <a:extLst>
              <a:ext uri="{FF2B5EF4-FFF2-40B4-BE49-F238E27FC236}">
                <a16:creationId xmlns:a16="http://schemas.microsoft.com/office/drawing/2014/main" id="{6F88D990-9588-734B-8A5D-1B78EF595BF3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181600" y="4185031"/>
            <a:ext cx="4343400" cy="320040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12" name="Segnaposto testo 7">
            <a:extLst>
              <a:ext uri="{FF2B5EF4-FFF2-40B4-BE49-F238E27FC236}">
                <a16:creationId xmlns:a16="http://schemas.microsoft.com/office/drawing/2014/main" id="{D4868F09-725D-4C6A-96E0-8E1F5C9E3D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57200"/>
            <a:ext cx="11811000" cy="35401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6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Presentation Title &gt; </a:t>
            </a:r>
            <a:r>
              <a:rPr lang="it-IT" dirty="0" err="1"/>
              <a:t>Section</a:t>
            </a:r>
            <a:r>
              <a:rPr lang="it-IT" dirty="0"/>
              <a:t> Title</a:t>
            </a:r>
          </a:p>
        </p:txBody>
      </p:sp>
      <p:sp>
        <p:nvSpPr>
          <p:cNvPr id="24" name="Segnaposto testo 12">
            <a:extLst>
              <a:ext uri="{FF2B5EF4-FFF2-40B4-BE49-F238E27FC236}">
                <a16:creationId xmlns:a16="http://schemas.microsoft.com/office/drawing/2014/main" id="{51C0A481-49E5-4FBD-AED2-874F0F5CAD0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09600" y="1371600"/>
            <a:ext cx="4337050" cy="566738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buNone/>
              <a:defRPr sz="3600" b="1">
                <a:solidFill>
                  <a:schemeClr val="tx2"/>
                </a:solidFill>
                <a:latin typeface="Libre Franklin" panose="00000800000000000000" pitchFamily="2" charset="0"/>
              </a:defRPr>
            </a:lvl1pPr>
          </a:lstStyle>
          <a:p>
            <a:pPr lvl="0"/>
            <a:r>
              <a:rPr lang="it-IT" sz="3600" b="1" dirty="0">
                <a:latin typeface="Libre Franklin" panose="00000800000000000000" pitchFamily="2" charset="0"/>
              </a:rPr>
              <a:t>Slide Title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0664072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roA_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egnaposto testo 24">
            <a:extLst>
              <a:ext uri="{FF2B5EF4-FFF2-40B4-BE49-F238E27FC236}">
                <a16:creationId xmlns:a16="http://schemas.microsoft.com/office/drawing/2014/main" id="{25DD81EB-79C4-A34E-B010-1B68983A667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09600" y="2667000"/>
            <a:ext cx="13411202" cy="1295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0" i="0">
                <a:solidFill>
                  <a:srgbClr val="6A6A69"/>
                </a:solidFill>
                <a:latin typeface="Libre Franklin Light" pitchFamily="2" charset="77"/>
              </a:defRPr>
            </a:lvl1pPr>
          </a:lstStyle>
          <a:p>
            <a:r>
              <a:rPr lang="it-IT" dirty="0"/>
              <a:t>Modifica gli stili del testo dello schema
Secondo livello
Terzo livello</a:t>
            </a:r>
          </a:p>
        </p:txBody>
      </p:sp>
      <p:sp>
        <p:nvSpPr>
          <p:cNvPr id="19" name="Segnaposto immagine 3">
            <a:extLst>
              <a:ext uri="{FF2B5EF4-FFF2-40B4-BE49-F238E27FC236}">
                <a16:creationId xmlns:a16="http://schemas.microsoft.com/office/drawing/2014/main" id="{E00DF3B7-443A-9A4A-8466-1CF5FCD86A67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03250" y="4114800"/>
            <a:ext cx="4343400" cy="327660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24" name="Segnaposto immagine 3">
            <a:extLst>
              <a:ext uri="{FF2B5EF4-FFF2-40B4-BE49-F238E27FC236}">
                <a16:creationId xmlns:a16="http://schemas.microsoft.com/office/drawing/2014/main" id="{DD29C1B7-D043-F54D-A179-4DD01E0EF37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099050" y="4114800"/>
            <a:ext cx="4425950" cy="327660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26" name="Segnaposto immagine 3">
            <a:extLst>
              <a:ext uri="{FF2B5EF4-FFF2-40B4-BE49-F238E27FC236}">
                <a16:creationId xmlns:a16="http://schemas.microsoft.com/office/drawing/2014/main" id="{0289091B-AB6C-D44E-93A3-82513B9855A4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686546" y="4114800"/>
            <a:ext cx="4340604" cy="327660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11" name="Segnaposto testo 5">
            <a:extLst>
              <a:ext uri="{FF2B5EF4-FFF2-40B4-BE49-F238E27FC236}">
                <a16:creationId xmlns:a16="http://schemas.microsoft.com/office/drawing/2014/main" id="{66B136F3-662B-40D5-B16F-79F3E6BA6B3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3504" y="2057400"/>
            <a:ext cx="9531095" cy="486271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buNone/>
              <a:defRPr sz="2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 err="1"/>
              <a:t>Paragraph</a:t>
            </a:r>
            <a:r>
              <a:rPr lang="it-IT" dirty="0"/>
              <a:t> Title</a:t>
            </a:r>
          </a:p>
        </p:txBody>
      </p:sp>
      <p:sp>
        <p:nvSpPr>
          <p:cNvPr id="13" name="Segnaposto testo 7">
            <a:extLst>
              <a:ext uri="{FF2B5EF4-FFF2-40B4-BE49-F238E27FC236}">
                <a16:creationId xmlns:a16="http://schemas.microsoft.com/office/drawing/2014/main" id="{FAB0B010-521C-4BDB-B4FE-4B068E639E9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57200"/>
            <a:ext cx="11811000" cy="35401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6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Presentation Title &gt; </a:t>
            </a:r>
            <a:r>
              <a:rPr lang="it-IT" dirty="0" err="1"/>
              <a:t>Section</a:t>
            </a:r>
            <a:r>
              <a:rPr lang="it-IT" dirty="0"/>
              <a:t> Title</a:t>
            </a:r>
          </a:p>
        </p:txBody>
      </p:sp>
      <p:sp>
        <p:nvSpPr>
          <p:cNvPr id="18" name="Segnaposto testo 5">
            <a:extLst>
              <a:ext uri="{FF2B5EF4-FFF2-40B4-BE49-F238E27FC236}">
                <a16:creationId xmlns:a16="http://schemas.microsoft.com/office/drawing/2014/main" id="{C0EE0C05-2C56-4A5A-83AA-DB4057D2656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9600" y="1371600"/>
            <a:ext cx="9525000" cy="561975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buNone/>
              <a:defRPr sz="3600" b="1">
                <a:solidFill>
                  <a:schemeClr val="tx2"/>
                </a:solidFill>
                <a:latin typeface="Libre Franklin" panose="00000800000000000000" pitchFamily="2" charset="0"/>
              </a:defRPr>
            </a:lvl1pPr>
          </a:lstStyle>
          <a:p>
            <a:pPr lvl="0"/>
            <a:r>
              <a:rPr lang="it-IT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16364985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roA_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egnaposto immagine 3">
            <a:extLst>
              <a:ext uri="{FF2B5EF4-FFF2-40B4-BE49-F238E27FC236}">
                <a16:creationId xmlns:a16="http://schemas.microsoft.com/office/drawing/2014/main" id="{C47B0D0D-A044-FD46-8ED7-17A472E2ACE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1220788"/>
            <a:ext cx="14630400" cy="6407150"/>
          </a:xfrm>
          <a:prstGeom prst="rect">
            <a:avLst/>
          </a:prstGeom>
          <a:solidFill>
            <a:srgbClr val="D6D6D6"/>
          </a:solidFill>
        </p:spPr>
        <p:txBody>
          <a:bodyPr/>
          <a:lstStyle>
            <a:lvl1pPr>
              <a:defRPr>
                <a:solidFill>
                  <a:srgbClr val="D6D6D6"/>
                </a:solidFill>
              </a:defRPr>
            </a:lvl1pPr>
          </a:lstStyle>
          <a:p>
            <a:endParaRPr lang="it-IT"/>
          </a:p>
        </p:txBody>
      </p:sp>
      <p:sp>
        <p:nvSpPr>
          <p:cNvPr id="15" name="Segnaposto immagine 5">
            <a:extLst>
              <a:ext uri="{FF2B5EF4-FFF2-40B4-BE49-F238E27FC236}">
                <a16:creationId xmlns:a16="http://schemas.microsoft.com/office/drawing/2014/main" id="{D4087489-0F27-A842-B916-B78D6AC37BE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219200"/>
            <a:ext cx="9243070" cy="640715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 dirty="0"/>
          </a:p>
        </p:txBody>
      </p:sp>
      <p:sp>
        <p:nvSpPr>
          <p:cNvPr id="25" name="Segnaposto testo 24">
            <a:extLst>
              <a:ext uri="{FF2B5EF4-FFF2-40B4-BE49-F238E27FC236}">
                <a16:creationId xmlns:a16="http://schemas.microsoft.com/office/drawing/2014/main" id="{05FC3BF9-2059-144C-A0E8-6F0A5C76074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0" y="2667000"/>
            <a:ext cx="4343400" cy="4419600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 b="0" i="0">
                <a:solidFill>
                  <a:srgbClr val="6A6A69"/>
                </a:solidFill>
                <a:latin typeface="Libre Franklin Light" pitchFamily="2" charset="77"/>
              </a:defRPr>
            </a:lvl1pPr>
          </a:lstStyle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7" name="Segnaposto testo 5">
            <a:extLst>
              <a:ext uri="{FF2B5EF4-FFF2-40B4-BE49-F238E27FC236}">
                <a16:creationId xmlns:a16="http://schemas.microsoft.com/office/drawing/2014/main" id="{CC8C76FC-0E54-4896-9B25-0A41C4D6162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3505" y="2057400"/>
            <a:ext cx="4343400" cy="486271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buNone/>
              <a:defRPr sz="2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 err="1"/>
              <a:t>Paragraph</a:t>
            </a:r>
            <a:r>
              <a:rPr lang="it-IT" dirty="0"/>
              <a:t> Title</a:t>
            </a:r>
          </a:p>
        </p:txBody>
      </p:sp>
      <p:sp>
        <p:nvSpPr>
          <p:cNvPr id="11" name="Segnaposto testo 7">
            <a:extLst>
              <a:ext uri="{FF2B5EF4-FFF2-40B4-BE49-F238E27FC236}">
                <a16:creationId xmlns:a16="http://schemas.microsoft.com/office/drawing/2014/main" id="{0E4007C4-D2EF-48EA-91FB-16A50ACD3CA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57200"/>
            <a:ext cx="11811000" cy="35401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6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Presentation Title &gt; </a:t>
            </a:r>
            <a:r>
              <a:rPr lang="it-IT" dirty="0" err="1"/>
              <a:t>Section</a:t>
            </a:r>
            <a:r>
              <a:rPr lang="it-IT" dirty="0"/>
              <a:t> Title</a:t>
            </a:r>
          </a:p>
        </p:txBody>
      </p:sp>
    </p:spTree>
    <p:extLst>
      <p:ext uri="{BB962C8B-B14F-4D97-AF65-F5344CB8AC3E}">
        <p14:creationId xmlns:p14="http://schemas.microsoft.com/office/powerpoint/2010/main" val="2743726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roA_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egnaposto immagine 3">
            <a:extLst>
              <a:ext uri="{FF2B5EF4-FFF2-40B4-BE49-F238E27FC236}">
                <a16:creationId xmlns:a16="http://schemas.microsoft.com/office/drawing/2014/main" id="{C47B0D0D-A044-FD46-8ED7-17A472E2ACE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1220788"/>
            <a:ext cx="14630400" cy="6407150"/>
          </a:xfrm>
          <a:prstGeom prst="rect">
            <a:avLst/>
          </a:prstGeom>
          <a:solidFill>
            <a:srgbClr val="D6D6D6"/>
          </a:solidFill>
        </p:spPr>
        <p:txBody>
          <a:bodyPr/>
          <a:lstStyle>
            <a:lvl1pPr>
              <a:defRPr>
                <a:solidFill>
                  <a:srgbClr val="D6D6D6"/>
                </a:solidFill>
              </a:defRPr>
            </a:lvl1pPr>
          </a:lstStyle>
          <a:p>
            <a:endParaRPr lang="it-IT"/>
          </a:p>
        </p:txBody>
      </p:sp>
      <p:sp>
        <p:nvSpPr>
          <p:cNvPr id="25" name="Segnaposto testo 24">
            <a:extLst>
              <a:ext uri="{FF2B5EF4-FFF2-40B4-BE49-F238E27FC236}">
                <a16:creationId xmlns:a16="http://schemas.microsoft.com/office/drawing/2014/main" id="{05FC3BF9-2059-144C-A0E8-6F0A5C76074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0" y="1752600"/>
            <a:ext cx="4343400" cy="53340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1800" b="0" i="0">
                <a:solidFill>
                  <a:srgbClr val="6A6A69"/>
                </a:solidFill>
                <a:latin typeface="Libre Franklin Light" pitchFamily="2" charset="77"/>
              </a:defRPr>
            </a:lvl1pPr>
          </a:lstStyle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5" name="Segnaposto testo 7">
            <a:extLst>
              <a:ext uri="{FF2B5EF4-FFF2-40B4-BE49-F238E27FC236}">
                <a16:creationId xmlns:a16="http://schemas.microsoft.com/office/drawing/2014/main" id="{8499CEE5-841D-4546-926E-F3351389C9F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57200"/>
            <a:ext cx="11811000" cy="35401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6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Presentation Title &gt; </a:t>
            </a:r>
            <a:r>
              <a:rPr lang="it-IT" dirty="0" err="1"/>
              <a:t>Section</a:t>
            </a:r>
            <a:r>
              <a:rPr lang="it-IT" dirty="0"/>
              <a:t> Title</a:t>
            </a:r>
          </a:p>
        </p:txBody>
      </p:sp>
    </p:spTree>
    <p:extLst>
      <p:ext uri="{BB962C8B-B14F-4D97-AF65-F5344CB8AC3E}">
        <p14:creationId xmlns:p14="http://schemas.microsoft.com/office/powerpoint/2010/main" val="3297261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roA_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egnaposto immagine 3">
            <a:extLst>
              <a:ext uri="{FF2B5EF4-FFF2-40B4-BE49-F238E27FC236}">
                <a16:creationId xmlns:a16="http://schemas.microsoft.com/office/drawing/2014/main" id="{C47B0D0D-A044-FD46-8ED7-17A472E2ACE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1220788"/>
            <a:ext cx="14630400" cy="6407150"/>
          </a:xfrm>
          <a:prstGeom prst="rect">
            <a:avLst/>
          </a:prstGeom>
          <a:solidFill>
            <a:srgbClr val="D6D6D6"/>
          </a:solidFill>
        </p:spPr>
        <p:txBody>
          <a:bodyPr/>
          <a:lstStyle>
            <a:lvl1pPr>
              <a:defRPr>
                <a:solidFill>
                  <a:srgbClr val="D6D6D6"/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testo 3">
            <a:extLst>
              <a:ext uri="{FF2B5EF4-FFF2-40B4-BE49-F238E27FC236}">
                <a16:creationId xmlns:a16="http://schemas.microsoft.com/office/drawing/2014/main" id="{B3E7B49D-33E6-494E-8E27-58D968CEC8E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76600" y="1600200"/>
            <a:ext cx="8077200" cy="1371600"/>
          </a:xfrm>
          <a:prstGeom prst="rect">
            <a:avLst/>
          </a:prstGeom>
        </p:spPr>
        <p:txBody>
          <a:bodyPr lIns="0" tIns="46800" rIns="0" bIns="46800" anchor="ctr" anchorCtr="0"/>
          <a:lstStyle>
            <a:lvl1pPr marL="0" indent="0" algn="ctr">
              <a:buNone/>
              <a:defRPr sz="90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Title</a:t>
            </a:r>
          </a:p>
        </p:txBody>
      </p:sp>
      <p:sp>
        <p:nvSpPr>
          <p:cNvPr id="7" name="Segnaposto testo 3">
            <a:extLst>
              <a:ext uri="{FF2B5EF4-FFF2-40B4-BE49-F238E27FC236}">
                <a16:creationId xmlns:a16="http://schemas.microsoft.com/office/drawing/2014/main" id="{FFA0843A-032A-164C-B96B-6874987814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76600" y="3367595"/>
            <a:ext cx="8077200" cy="3852356"/>
          </a:xfrm>
          <a:prstGeom prst="rect">
            <a:avLst/>
          </a:prstGeom>
        </p:spPr>
        <p:txBody>
          <a:bodyPr lIns="0" tIns="46800" rIns="0" bIns="46800" anchor="ctr" anchorCtr="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8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dirty="0" err="1"/>
              <a:t>Paragraph</a:t>
            </a:r>
            <a:r>
              <a:rPr lang="it-IT" dirty="0"/>
              <a:t> Title / Body</a:t>
            </a:r>
          </a:p>
        </p:txBody>
      </p:sp>
      <p:sp>
        <p:nvSpPr>
          <p:cNvPr id="9" name="Segnaposto testo 7">
            <a:extLst>
              <a:ext uri="{FF2B5EF4-FFF2-40B4-BE49-F238E27FC236}">
                <a16:creationId xmlns:a16="http://schemas.microsoft.com/office/drawing/2014/main" id="{971B124B-A5C4-46C9-BF17-7C9DCED8F32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57200"/>
            <a:ext cx="11811000" cy="35401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6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Presentation Title &gt; </a:t>
            </a:r>
            <a:r>
              <a:rPr lang="it-IT" dirty="0" err="1"/>
              <a:t>Section</a:t>
            </a:r>
            <a:r>
              <a:rPr lang="it-IT" dirty="0"/>
              <a:t> Title</a:t>
            </a:r>
          </a:p>
        </p:txBody>
      </p:sp>
    </p:spTree>
    <p:extLst>
      <p:ext uri="{BB962C8B-B14F-4D97-AF65-F5344CB8AC3E}">
        <p14:creationId xmlns:p14="http://schemas.microsoft.com/office/powerpoint/2010/main" val="17644280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roA_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egnaposto immagine 3">
            <a:extLst>
              <a:ext uri="{FF2B5EF4-FFF2-40B4-BE49-F238E27FC236}">
                <a16:creationId xmlns:a16="http://schemas.microsoft.com/office/drawing/2014/main" id="{C47B0D0D-A044-FD46-8ED7-17A472E2ACE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1220788"/>
            <a:ext cx="14630400" cy="6407150"/>
          </a:xfrm>
          <a:prstGeom prst="rect">
            <a:avLst/>
          </a:prstGeom>
          <a:solidFill>
            <a:srgbClr val="D6D6D6"/>
          </a:solidFill>
        </p:spPr>
        <p:txBody>
          <a:bodyPr/>
          <a:lstStyle>
            <a:lvl1pPr>
              <a:defRPr>
                <a:solidFill>
                  <a:srgbClr val="D6D6D6"/>
                </a:solidFill>
              </a:defRPr>
            </a:lvl1pPr>
          </a:lstStyle>
          <a:p>
            <a:endParaRPr lang="it-IT"/>
          </a:p>
        </p:txBody>
      </p:sp>
      <p:sp>
        <p:nvSpPr>
          <p:cNvPr id="4" name="Segnaposto testo 7">
            <a:extLst>
              <a:ext uri="{FF2B5EF4-FFF2-40B4-BE49-F238E27FC236}">
                <a16:creationId xmlns:a16="http://schemas.microsoft.com/office/drawing/2014/main" id="{2CD8E5EF-6F3C-43DF-A35B-9F2BA9B9D9E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57200"/>
            <a:ext cx="11811000" cy="35401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6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Presentation Title &gt; </a:t>
            </a:r>
            <a:r>
              <a:rPr lang="it-IT" dirty="0" err="1"/>
              <a:t>Section</a:t>
            </a:r>
            <a:r>
              <a:rPr lang="it-IT" dirty="0"/>
              <a:t> Title</a:t>
            </a:r>
          </a:p>
        </p:txBody>
      </p:sp>
    </p:spTree>
    <p:extLst>
      <p:ext uri="{BB962C8B-B14F-4D97-AF65-F5344CB8AC3E}">
        <p14:creationId xmlns:p14="http://schemas.microsoft.com/office/powerpoint/2010/main" val="34524446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roA_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testo 7">
            <a:extLst>
              <a:ext uri="{FF2B5EF4-FFF2-40B4-BE49-F238E27FC236}">
                <a16:creationId xmlns:a16="http://schemas.microsoft.com/office/drawing/2014/main" id="{2CD8E5EF-6F3C-43DF-A35B-9F2BA9B9D9E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57200"/>
            <a:ext cx="11811000" cy="35401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6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Presentation Title &gt; </a:t>
            </a:r>
            <a:r>
              <a:rPr lang="it-IT" dirty="0" err="1"/>
              <a:t>Section</a:t>
            </a:r>
            <a:r>
              <a:rPr lang="it-IT" dirty="0"/>
              <a:t> Title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F228B05B-2330-4E4D-B962-A8B233256B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19200"/>
            <a:ext cx="14630400" cy="6445249"/>
          </a:xfrm>
          <a:prstGeom prst="rect">
            <a:avLst/>
          </a:prstGeom>
        </p:spPr>
      </p:pic>
      <p:sp>
        <p:nvSpPr>
          <p:cNvPr id="7" name="object 17">
            <a:extLst>
              <a:ext uri="{FF2B5EF4-FFF2-40B4-BE49-F238E27FC236}">
                <a16:creationId xmlns:a16="http://schemas.microsoft.com/office/drawing/2014/main" id="{BAF4A2A9-68CF-4B73-BE55-960AA5A377A8}"/>
              </a:ext>
            </a:extLst>
          </p:cNvPr>
          <p:cNvSpPr/>
          <p:nvPr userDrawn="1"/>
        </p:nvSpPr>
        <p:spPr>
          <a:xfrm>
            <a:off x="0" y="1219200"/>
            <a:ext cx="14646349" cy="6438900"/>
          </a:xfrm>
          <a:custGeom>
            <a:avLst/>
            <a:gdLst/>
            <a:ahLst/>
            <a:cxnLst/>
            <a:rect l="l" t="t" r="r" b="b"/>
            <a:pathLst>
              <a:path w="14630400" h="6438900">
                <a:moveTo>
                  <a:pt x="0" y="6438900"/>
                </a:moveTo>
                <a:lnTo>
                  <a:pt x="14630400" y="6438900"/>
                </a:lnTo>
                <a:lnTo>
                  <a:pt x="14630400" y="0"/>
                </a:lnTo>
                <a:lnTo>
                  <a:pt x="0" y="0"/>
                </a:lnTo>
                <a:lnTo>
                  <a:pt x="0" y="6438900"/>
                </a:lnTo>
                <a:close/>
              </a:path>
            </a:pathLst>
          </a:custGeom>
          <a:solidFill>
            <a:srgbClr val="005283">
              <a:alpha val="48000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40374334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roA_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egnaposto immagine 3">
            <a:extLst>
              <a:ext uri="{FF2B5EF4-FFF2-40B4-BE49-F238E27FC236}">
                <a16:creationId xmlns:a16="http://schemas.microsoft.com/office/drawing/2014/main" id="{E737AEBD-5041-404B-B673-B5D7A779656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5723" y="1413669"/>
            <a:ext cx="4337278" cy="2315184"/>
          </a:xfrm>
          <a:prstGeom prst="rect">
            <a:avLst/>
          </a:prstGeom>
          <a:solidFill>
            <a:srgbClr val="6A6A69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 dirty="0"/>
          </a:p>
        </p:txBody>
      </p:sp>
      <p:sp>
        <p:nvSpPr>
          <p:cNvPr id="53" name="Segnaposto testo 6">
            <a:extLst>
              <a:ext uri="{FF2B5EF4-FFF2-40B4-BE49-F238E27FC236}">
                <a16:creationId xmlns:a16="http://schemas.microsoft.com/office/drawing/2014/main" id="{F7BF3FA5-9318-9945-AB80-30272B5F227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3733007"/>
            <a:ext cx="4337277" cy="5683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Body</a:t>
            </a:r>
          </a:p>
        </p:txBody>
      </p:sp>
      <p:sp>
        <p:nvSpPr>
          <p:cNvPr id="56" name="Segnaposto immagine 3">
            <a:extLst>
              <a:ext uri="{FF2B5EF4-FFF2-40B4-BE49-F238E27FC236}">
                <a16:creationId xmlns:a16="http://schemas.microsoft.com/office/drawing/2014/main" id="{5F0B91DC-3ED1-FE47-BF71-FD73E76BD30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169434" y="1423269"/>
            <a:ext cx="4337278" cy="2315184"/>
          </a:xfrm>
          <a:prstGeom prst="rect">
            <a:avLst/>
          </a:prstGeom>
          <a:solidFill>
            <a:srgbClr val="6A6A69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57" name="Segnaposto testo 6">
            <a:extLst>
              <a:ext uri="{FF2B5EF4-FFF2-40B4-BE49-F238E27FC236}">
                <a16:creationId xmlns:a16="http://schemas.microsoft.com/office/drawing/2014/main" id="{1BDAE7A3-D7C2-5646-AFAA-29D470FBDF4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63311" y="3742607"/>
            <a:ext cx="4343400" cy="5683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Body</a:t>
            </a:r>
          </a:p>
        </p:txBody>
      </p:sp>
      <p:sp>
        <p:nvSpPr>
          <p:cNvPr id="58" name="Segnaposto immagine 3">
            <a:extLst>
              <a:ext uri="{FF2B5EF4-FFF2-40B4-BE49-F238E27FC236}">
                <a16:creationId xmlns:a16="http://schemas.microsoft.com/office/drawing/2014/main" id="{F514C989-F094-B44F-9FA8-F15D8EF01F2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692639" y="1423269"/>
            <a:ext cx="4337278" cy="2315184"/>
          </a:xfrm>
          <a:prstGeom prst="rect">
            <a:avLst/>
          </a:prstGeom>
          <a:solidFill>
            <a:srgbClr val="6A6A69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59" name="Segnaposto testo 6">
            <a:extLst>
              <a:ext uri="{FF2B5EF4-FFF2-40B4-BE49-F238E27FC236}">
                <a16:creationId xmlns:a16="http://schemas.microsoft.com/office/drawing/2014/main" id="{AF4DC430-8A13-6A49-978B-0A443225E76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86516" y="3742607"/>
            <a:ext cx="4343400" cy="5683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Body</a:t>
            </a:r>
          </a:p>
        </p:txBody>
      </p:sp>
      <p:sp>
        <p:nvSpPr>
          <p:cNvPr id="66" name="Segnaposto immagine 3">
            <a:extLst>
              <a:ext uri="{FF2B5EF4-FFF2-40B4-BE49-F238E27FC236}">
                <a16:creationId xmlns:a16="http://schemas.microsoft.com/office/drawing/2014/main" id="{10779709-B343-A84E-A9AD-C4366C02AE7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600" y="4536206"/>
            <a:ext cx="4337278" cy="2315184"/>
          </a:xfrm>
          <a:prstGeom prst="rect">
            <a:avLst/>
          </a:prstGeom>
          <a:solidFill>
            <a:srgbClr val="6A6A69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67" name="Segnaposto testo 6">
            <a:extLst>
              <a:ext uri="{FF2B5EF4-FFF2-40B4-BE49-F238E27FC236}">
                <a16:creationId xmlns:a16="http://schemas.microsoft.com/office/drawing/2014/main" id="{38148CA2-3E9F-C24E-959F-85EF1AEA51B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3477" y="6855544"/>
            <a:ext cx="4343400" cy="5683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Body</a:t>
            </a:r>
          </a:p>
        </p:txBody>
      </p:sp>
      <p:sp>
        <p:nvSpPr>
          <p:cNvPr id="68" name="Segnaposto immagine 3">
            <a:extLst>
              <a:ext uri="{FF2B5EF4-FFF2-40B4-BE49-F238E27FC236}">
                <a16:creationId xmlns:a16="http://schemas.microsoft.com/office/drawing/2014/main" id="{FEE39626-AAF6-2A4B-B4A0-3E9EAD85D97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163311" y="4545806"/>
            <a:ext cx="4337278" cy="2315184"/>
          </a:xfrm>
          <a:prstGeom prst="rect">
            <a:avLst/>
          </a:prstGeom>
          <a:solidFill>
            <a:srgbClr val="6A6A69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69" name="Segnaposto testo 6">
            <a:extLst>
              <a:ext uri="{FF2B5EF4-FFF2-40B4-BE49-F238E27FC236}">
                <a16:creationId xmlns:a16="http://schemas.microsoft.com/office/drawing/2014/main" id="{CFE17488-D412-BE40-A6D4-9DDBE2F5020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57188" y="6865144"/>
            <a:ext cx="4343400" cy="5683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Body</a:t>
            </a:r>
          </a:p>
        </p:txBody>
      </p:sp>
      <p:sp>
        <p:nvSpPr>
          <p:cNvPr id="70" name="Segnaposto immagine 3">
            <a:extLst>
              <a:ext uri="{FF2B5EF4-FFF2-40B4-BE49-F238E27FC236}">
                <a16:creationId xmlns:a16="http://schemas.microsoft.com/office/drawing/2014/main" id="{61299575-9AAB-1C4D-BAE0-AD6D9F48ADD5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9686516" y="4545806"/>
            <a:ext cx="4337278" cy="2315184"/>
          </a:xfrm>
          <a:prstGeom prst="rect">
            <a:avLst/>
          </a:prstGeom>
          <a:solidFill>
            <a:srgbClr val="6A6A69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71" name="Segnaposto testo 6">
            <a:extLst>
              <a:ext uri="{FF2B5EF4-FFF2-40B4-BE49-F238E27FC236}">
                <a16:creationId xmlns:a16="http://schemas.microsoft.com/office/drawing/2014/main" id="{8A9E702F-DB3D-5648-8B9C-D1C7FA599DD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680393" y="6865144"/>
            <a:ext cx="4343400" cy="5683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Body</a:t>
            </a:r>
          </a:p>
        </p:txBody>
      </p:sp>
      <p:sp>
        <p:nvSpPr>
          <p:cNvPr id="16" name="Segnaposto testo 7">
            <a:extLst>
              <a:ext uri="{FF2B5EF4-FFF2-40B4-BE49-F238E27FC236}">
                <a16:creationId xmlns:a16="http://schemas.microsoft.com/office/drawing/2014/main" id="{22F4CA80-2BDF-460F-A5D1-9B1CE4B20BB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57200"/>
            <a:ext cx="11811000" cy="35401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6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Presentation Title &gt; </a:t>
            </a:r>
            <a:r>
              <a:rPr lang="it-IT" dirty="0" err="1"/>
              <a:t>Section</a:t>
            </a:r>
            <a:r>
              <a:rPr lang="it-IT" dirty="0"/>
              <a:t> Title</a:t>
            </a:r>
          </a:p>
        </p:txBody>
      </p:sp>
    </p:spTree>
    <p:extLst>
      <p:ext uri="{BB962C8B-B14F-4D97-AF65-F5344CB8AC3E}">
        <p14:creationId xmlns:p14="http://schemas.microsoft.com/office/powerpoint/2010/main" val="397031241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roA_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egnaposto testo 6">
            <a:extLst>
              <a:ext uri="{FF2B5EF4-FFF2-40B4-BE49-F238E27FC236}">
                <a16:creationId xmlns:a16="http://schemas.microsoft.com/office/drawing/2014/main" id="{7862675C-762E-384E-A72F-7B80C18BB6B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3728853"/>
            <a:ext cx="3221928" cy="6115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Body</a:t>
            </a:r>
          </a:p>
        </p:txBody>
      </p:sp>
      <p:sp>
        <p:nvSpPr>
          <p:cNvPr id="27" name="Segnaposto immagine 3">
            <a:extLst>
              <a:ext uri="{FF2B5EF4-FFF2-40B4-BE49-F238E27FC236}">
                <a16:creationId xmlns:a16="http://schemas.microsoft.com/office/drawing/2014/main" id="{C543C3C3-D0F6-AA42-A220-34C1A0CEADD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5723" y="1444751"/>
            <a:ext cx="3224180" cy="2284101"/>
          </a:xfrm>
          <a:prstGeom prst="rect">
            <a:avLst/>
          </a:prstGeom>
          <a:solidFill>
            <a:srgbClr val="6A6A69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28" name="Segnaposto testo 6">
            <a:extLst>
              <a:ext uri="{FF2B5EF4-FFF2-40B4-BE49-F238E27FC236}">
                <a16:creationId xmlns:a16="http://schemas.microsoft.com/office/drawing/2014/main" id="{380893CA-7979-654F-B05A-7D9931C4C27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10566" y="3728853"/>
            <a:ext cx="3221928" cy="6115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Body</a:t>
            </a:r>
          </a:p>
        </p:txBody>
      </p:sp>
      <p:sp>
        <p:nvSpPr>
          <p:cNvPr id="30" name="Segnaposto immagine 3">
            <a:extLst>
              <a:ext uri="{FF2B5EF4-FFF2-40B4-BE49-F238E27FC236}">
                <a16:creationId xmlns:a16="http://schemas.microsoft.com/office/drawing/2014/main" id="{4D50A863-29CD-114B-AF79-632FC1049AE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16689" y="1444751"/>
            <a:ext cx="3224180" cy="2284101"/>
          </a:xfrm>
          <a:prstGeom prst="rect">
            <a:avLst/>
          </a:prstGeom>
          <a:solidFill>
            <a:srgbClr val="6A6A69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43" name="Segnaposto testo 6">
            <a:extLst>
              <a:ext uri="{FF2B5EF4-FFF2-40B4-BE49-F238E27FC236}">
                <a16:creationId xmlns:a16="http://schemas.microsoft.com/office/drawing/2014/main" id="{53228A55-2814-4842-B283-CCF5F223209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403157" y="3736849"/>
            <a:ext cx="3221928" cy="6115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Body</a:t>
            </a:r>
          </a:p>
        </p:txBody>
      </p:sp>
      <p:sp>
        <p:nvSpPr>
          <p:cNvPr id="44" name="Segnaposto immagine 3">
            <a:extLst>
              <a:ext uri="{FF2B5EF4-FFF2-40B4-BE49-F238E27FC236}">
                <a16:creationId xmlns:a16="http://schemas.microsoft.com/office/drawing/2014/main" id="{7F23BFF8-F387-554D-85AA-BCE5BA0ABA0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409280" y="1452747"/>
            <a:ext cx="3224180" cy="2284101"/>
          </a:xfrm>
          <a:prstGeom prst="rect">
            <a:avLst/>
          </a:prstGeom>
          <a:solidFill>
            <a:srgbClr val="6A6A69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45" name="Segnaposto testo 6">
            <a:extLst>
              <a:ext uri="{FF2B5EF4-FFF2-40B4-BE49-F238E27FC236}">
                <a16:creationId xmlns:a16="http://schemas.microsoft.com/office/drawing/2014/main" id="{F399C09E-5A12-7147-97CA-189AE91C80D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784374" y="3736849"/>
            <a:ext cx="3221928" cy="6115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Body</a:t>
            </a:r>
          </a:p>
        </p:txBody>
      </p:sp>
      <p:sp>
        <p:nvSpPr>
          <p:cNvPr id="46" name="Segnaposto immagine 3">
            <a:extLst>
              <a:ext uri="{FF2B5EF4-FFF2-40B4-BE49-F238E27FC236}">
                <a16:creationId xmlns:a16="http://schemas.microsoft.com/office/drawing/2014/main" id="{21C9E26A-A44A-B74F-87B2-1AF366B4BCE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0790497" y="1452747"/>
            <a:ext cx="3224180" cy="2284101"/>
          </a:xfrm>
          <a:prstGeom prst="rect">
            <a:avLst/>
          </a:prstGeom>
          <a:solidFill>
            <a:srgbClr val="6A6A69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47" name="Segnaposto testo 6">
            <a:extLst>
              <a:ext uri="{FF2B5EF4-FFF2-40B4-BE49-F238E27FC236}">
                <a16:creationId xmlns:a16="http://schemas.microsoft.com/office/drawing/2014/main" id="{D9E379A3-CB4F-5D4A-ADA0-FCD011F2EF7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769877" y="6776854"/>
            <a:ext cx="3221928" cy="6115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Body</a:t>
            </a:r>
          </a:p>
        </p:txBody>
      </p:sp>
      <p:sp>
        <p:nvSpPr>
          <p:cNvPr id="48" name="Segnaposto immagine 3">
            <a:extLst>
              <a:ext uri="{FF2B5EF4-FFF2-40B4-BE49-F238E27FC236}">
                <a16:creationId xmlns:a16="http://schemas.microsoft.com/office/drawing/2014/main" id="{A0677D84-601A-C947-BCF6-DC3FFABCDE24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0776000" y="4492752"/>
            <a:ext cx="3224180" cy="2284101"/>
          </a:xfrm>
          <a:prstGeom prst="rect">
            <a:avLst/>
          </a:prstGeom>
          <a:solidFill>
            <a:srgbClr val="6A6A69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49" name="Segnaposto testo 6">
            <a:extLst>
              <a:ext uri="{FF2B5EF4-FFF2-40B4-BE49-F238E27FC236}">
                <a16:creationId xmlns:a16="http://schemas.microsoft.com/office/drawing/2014/main" id="{D9D1684C-8174-0643-999F-21DAACAE818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382257" y="6773808"/>
            <a:ext cx="3221928" cy="6115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Body</a:t>
            </a:r>
          </a:p>
        </p:txBody>
      </p:sp>
      <p:sp>
        <p:nvSpPr>
          <p:cNvPr id="50" name="Segnaposto immagine 3">
            <a:extLst>
              <a:ext uri="{FF2B5EF4-FFF2-40B4-BE49-F238E27FC236}">
                <a16:creationId xmlns:a16="http://schemas.microsoft.com/office/drawing/2014/main" id="{C1FDBDBF-4299-9142-A1E6-B3CB13D847E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7388380" y="4489706"/>
            <a:ext cx="3224180" cy="2284101"/>
          </a:xfrm>
          <a:prstGeom prst="rect">
            <a:avLst/>
          </a:prstGeom>
          <a:solidFill>
            <a:srgbClr val="6A6A69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51" name="Segnaposto testo 6">
            <a:extLst>
              <a:ext uri="{FF2B5EF4-FFF2-40B4-BE49-F238E27FC236}">
                <a16:creationId xmlns:a16="http://schemas.microsoft.com/office/drawing/2014/main" id="{F109341F-2BC2-EB44-96B5-7545E842285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996095" y="6784850"/>
            <a:ext cx="3221928" cy="6115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Body</a:t>
            </a:r>
          </a:p>
        </p:txBody>
      </p:sp>
      <p:sp>
        <p:nvSpPr>
          <p:cNvPr id="54" name="Segnaposto immagine 3">
            <a:extLst>
              <a:ext uri="{FF2B5EF4-FFF2-40B4-BE49-F238E27FC236}">
                <a16:creationId xmlns:a16="http://schemas.microsoft.com/office/drawing/2014/main" id="{DB76FED3-1BCF-FC43-A123-8B3F49CB643C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002218" y="4500748"/>
            <a:ext cx="3224180" cy="2284101"/>
          </a:xfrm>
          <a:prstGeom prst="rect">
            <a:avLst/>
          </a:prstGeom>
          <a:solidFill>
            <a:srgbClr val="6A6A69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55" name="Segnaposto testo 6">
            <a:extLst>
              <a:ext uri="{FF2B5EF4-FFF2-40B4-BE49-F238E27FC236}">
                <a16:creationId xmlns:a16="http://schemas.microsoft.com/office/drawing/2014/main" id="{C7A1D6B8-0485-5748-A834-91296F6ACD9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0344" y="6784850"/>
            <a:ext cx="3221928" cy="6115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Body</a:t>
            </a:r>
          </a:p>
        </p:txBody>
      </p:sp>
      <p:sp>
        <p:nvSpPr>
          <p:cNvPr id="60" name="Segnaposto immagine 3">
            <a:extLst>
              <a:ext uri="{FF2B5EF4-FFF2-40B4-BE49-F238E27FC236}">
                <a16:creationId xmlns:a16="http://schemas.microsoft.com/office/drawing/2014/main" id="{636C226A-A327-764F-8A17-4D1F61E5CEE3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16467" y="4500748"/>
            <a:ext cx="3224180" cy="2284101"/>
          </a:xfrm>
          <a:prstGeom prst="rect">
            <a:avLst/>
          </a:prstGeom>
          <a:solidFill>
            <a:srgbClr val="6A6A69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20" name="Segnaposto testo 7">
            <a:extLst>
              <a:ext uri="{FF2B5EF4-FFF2-40B4-BE49-F238E27FC236}">
                <a16:creationId xmlns:a16="http://schemas.microsoft.com/office/drawing/2014/main" id="{03E65A88-6296-4701-AB9C-6AF42B9ED1F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57200"/>
            <a:ext cx="11811000" cy="35401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6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Presentation Title &gt; </a:t>
            </a:r>
            <a:r>
              <a:rPr lang="it-IT" dirty="0" err="1"/>
              <a:t>Section</a:t>
            </a:r>
            <a:r>
              <a:rPr lang="it-IT" dirty="0"/>
              <a:t> Title</a:t>
            </a:r>
          </a:p>
        </p:txBody>
      </p:sp>
    </p:spTree>
    <p:extLst>
      <p:ext uri="{BB962C8B-B14F-4D97-AF65-F5344CB8AC3E}">
        <p14:creationId xmlns:p14="http://schemas.microsoft.com/office/powerpoint/2010/main" val="3485831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roA_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egnaposto testo 7">
            <a:extLst>
              <a:ext uri="{FF2B5EF4-FFF2-40B4-BE49-F238E27FC236}">
                <a16:creationId xmlns:a16="http://schemas.microsoft.com/office/drawing/2014/main" id="{1636553F-D81A-D948-8CFE-774859F963C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57200"/>
            <a:ext cx="11811000" cy="354013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26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Presentation Title &gt; </a:t>
            </a:r>
            <a:r>
              <a:rPr lang="it-IT" dirty="0" err="1"/>
              <a:t>Section</a:t>
            </a:r>
            <a:r>
              <a:rPr lang="it-IT" dirty="0"/>
              <a:t> Title</a:t>
            </a:r>
          </a:p>
        </p:txBody>
      </p:sp>
    </p:spTree>
    <p:extLst>
      <p:ext uri="{BB962C8B-B14F-4D97-AF65-F5344CB8AC3E}">
        <p14:creationId xmlns:p14="http://schemas.microsoft.com/office/powerpoint/2010/main" val="66889095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>
            <a:extLst>
              <a:ext uri="{FF2B5EF4-FFF2-40B4-BE49-F238E27FC236}">
                <a16:creationId xmlns:a16="http://schemas.microsoft.com/office/drawing/2014/main" id="{899A3671-F1F4-40B8-9A31-E146AA4FED2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29616" cy="8229600"/>
          </a:xfrm>
          <a:prstGeom prst="rect">
            <a:avLst/>
          </a:prstGeom>
        </p:spPr>
      </p:pic>
      <p:sp>
        <p:nvSpPr>
          <p:cNvPr id="3" name="Segnaposto testo 3">
            <a:extLst>
              <a:ext uri="{FF2B5EF4-FFF2-40B4-BE49-F238E27FC236}">
                <a16:creationId xmlns:a16="http://schemas.microsoft.com/office/drawing/2014/main" id="{5BE5E891-9090-486A-B597-87CFFBAABB3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" y="685800"/>
            <a:ext cx="6632958" cy="3276611"/>
          </a:xfrm>
          <a:prstGeom prst="rect">
            <a:avLst/>
          </a:prstGeom>
        </p:spPr>
        <p:txBody>
          <a:bodyPr lIns="0" tIns="46800" rIns="0" bIns="0" anchor="b" anchorCtr="0"/>
          <a:lstStyle>
            <a:lvl1pPr marL="0" indent="0" algn="l">
              <a:buNone/>
              <a:defRPr sz="6000" b="1" i="0">
                <a:solidFill>
                  <a:schemeClr val="bg1"/>
                </a:solidFill>
                <a:latin typeface="Libre Franklin" pitchFamily="2" charset="77"/>
              </a:defRPr>
            </a:lvl1pPr>
          </a:lstStyle>
          <a:p>
            <a:r>
              <a:rPr lang="it-IT"/>
              <a:t>Presentation</a:t>
            </a:r>
            <a:br>
              <a:rPr lang="it-IT"/>
            </a:br>
            <a:r>
              <a:rPr lang="it-IT"/>
              <a:t>Title</a:t>
            </a:r>
          </a:p>
        </p:txBody>
      </p:sp>
      <p:sp>
        <p:nvSpPr>
          <p:cNvPr id="4" name="Segnaposto testo 17">
            <a:extLst>
              <a:ext uri="{FF2B5EF4-FFF2-40B4-BE49-F238E27FC236}">
                <a16:creationId xmlns:a16="http://schemas.microsoft.com/office/drawing/2014/main" id="{69F437D0-1EB2-41C7-BE0D-253DA2E98E9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4258560"/>
            <a:ext cx="6704999" cy="191363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Libre Franklin Light" pitchFamily="2" charset="77"/>
              </a:defRPr>
            </a:lvl1pPr>
          </a:lstStyle>
          <a:p>
            <a:r>
              <a:rPr lang="it-IT"/>
              <a:t>Presentation </a:t>
            </a:r>
            <a:r>
              <a:rPr lang="it-IT" err="1"/>
              <a:t>Caption</a:t>
            </a:r>
            <a:endParaRPr lang="it-IT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A99D400F-21D1-49B9-B75D-25B5B127BEE6}"/>
              </a:ext>
            </a:extLst>
          </p:cNvPr>
          <p:cNvSpPr txBox="1"/>
          <p:nvPr userDrawn="1"/>
        </p:nvSpPr>
        <p:spPr>
          <a:xfrm>
            <a:off x="609600" y="7846821"/>
            <a:ext cx="4937125" cy="15388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-5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BOTTERO </a:t>
            </a:r>
            <a:r>
              <a:rPr kumimoji="0" lang="en" sz="1000" b="0" i="0" u="none" strike="noStrike" kern="1200" cap="none" spc="15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S.p.A. </a:t>
            </a:r>
            <a:r>
              <a:rPr kumimoji="0" lang="en" sz="10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- </a:t>
            </a:r>
            <a:r>
              <a:rPr kumimoji="0" lang="en" sz="1000" b="0" i="0" u="none" strike="noStrike" kern="1200" cap="none" spc="-5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All Rights</a:t>
            </a:r>
            <a:r>
              <a:rPr kumimoji="0" lang="en" sz="1000" b="0" i="0" u="none" strike="noStrike" kern="1200" cap="none" spc="-114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 </a:t>
            </a:r>
            <a:r>
              <a:rPr kumimoji="0" lang="en" sz="1000" b="0" i="0" u="none" strike="noStrike" kern="1200" cap="none" spc="-5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Reserved</a:t>
            </a:r>
          </a:p>
        </p:txBody>
      </p:sp>
    </p:spTree>
    <p:extLst>
      <p:ext uri="{BB962C8B-B14F-4D97-AF65-F5344CB8AC3E}">
        <p14:creationId xmlns:p14="http://schemas.microsoft.com/office/powerpoint/2010/main" val="424290023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roB_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immagine 20">
            <a:extLst>
              <a:ext uri="{FF2B5EF4-FFF2-40B4-BE49-F238E27FC236}">
                <a16:creationId xmlns:a16="http://schemas.microsoft.com/office/drawing/2014/main" id="{676BA068-B70A-444F-8888-534849A12DC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1" y="1447800"/>
            <a:ext cx="4337304" cy="5940552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 dirty="0"/>
          </a:p>
        </p:txBody>
      </p:sp>
      <p:sp>
        <p:nvSpPr>
          <p:cNvPr id="5" name="Segnaposto testo 13">
            <a:extLst>
              <a:ext uri="{FF2B5EF4-FFF2-40B4-BE49-F238E27FC236}">
                <a16:creationId xmlns:a16="http://schemas.microsoft.com/office/drawing/2014/main" id="{02677E17-41C5-0B43-9319-40D2949F3DB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05399" y="1447800"/>
            <a:ext cx="8915597" cy="533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600" b="1" i="0">
                <a:solidFill>
                  <a:schemeClr val="tx2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Page Title</a:t>
            </a:r>
          </a:p>
        </p:txBody>
      </p:sp>
      <p:sp>
        <p:nvSpPr>
          <p:cNvPr id="6" name="Segnaposto testo 17">
            <a:extLst>
              <a:ext uri="{FF2B5EF4-FFF2-40B4-BE49-F238E27FC236}">
                <a16:creationId xmlns:a16="http://schemas.microsoft.com/office/drawing/2014/main" id="{97E7E4A3-48FD-3941-A0E7-D85BFD5984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106198" y="2918790"/>
            <a:ext cx="8914798" cy="68863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0" i="0">
                <a:solidFill>
                  <a:srgbClr val="6A6A69"/>
                </a:solidFill>
                <a:latin typeface="Libre Franklin Light" pitchFamily="2" charset="77"/>
              </a:defRPr>
            </a:lvl1pPr>
          </a:lstStyle>
          <a:p>
            <a:r>
              <a:rPr lang="it-IT" dirty="0"/>
              <a:t>Modifica gli stili del testo dello schema
Secondo livello</a:t>
            </a:r>
          </a:p>
        </p:txBody>
      </p:sp>
      <p:sp>
        <p:nvSpPr>
          <p:cNvPr id="8" name="Segnaposto testo 5">
            <a:extLst>
              <a:ext uri="{FF2B5EF4-FFF2-40B4-BE49-F238E27FC236}">
                <a16:creationId xmlns:a16="http://schemas.microsoft.com/office/drawing/2014/main" id="{6C51228A-056A-BF4D-A93D-A6E9F01CFB5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05398" y="2183777"/>
            <a:ext cx="8909305" cy="582613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buNone/>
              <a:defRPr sz="2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 err="1"/>
              <a:t>Paragraph</a:t>
            </a:r>
            <a:r>
              <a:rPr lang="it-IT" dirty="0"/>
              <a:t> Title</a:t>
            </a:r>
          </a:p>
        </p:txBody>
      </p:sp>
      <p:sp>
        <p:nvSpPr>
          <p:cNvPr id="11" name="Segnaposto tabella 10">
            <a:extLst>
              <a:ext uri="{FF2B5EF4-FFF2-40B4-BE49-F238E27FC236}">
                <a16:creationId xmlns:a16="http://schemas.microsoft.com/office/drawing/2014/main" id="{A2401964-31D3-A842-9DBB-2BEFCED5736C}"/>
              </a:ext>
            </a:extLst>
          </p:cNvPr>
          <p:cNvSpPr>
            <a:spLocks noGrp="1"/>
          </p:cNvSpPr>
          <p:nvPr>
            <p:ph type="tbl" sz="quarter" idx="15"/>
          </p:nvPr>
        </p:nvSpPr>
        <p:spPr>
          <a:xfrm>
            <a:off x="5105400" y="3759823"/>
            <a:ext cx="8909050" cy="2336177"/>
          </a:xfrm>
          <a:prstGeom prst="rect">
            <a:avLst/>
          </a:prstGeom>
        </p:spPr>
        <p:txBody>
          <a:bodyPr/>
          <a:lstStyle/>
          <a:p>
            <a:endParaRPr lang="it-IT" dirty="0"/>
          </a:p>
        </p:txBody>
      </p:sp>
      <p:sp>
        <p:nvSpPr>
          <p:cNvPr id="12" name="Segnaposto testo 17">
            <a:extLst>
              <a:ext uri="{FF2B5EF4-FFF2-40B4-BE49-F238E27FC236}">
                <a16:creationId xmlns:a16="http://schemas.microsoft.com/office/drawing/2014/main" id="{E4C2393C-A1B4-6043-9E53-90280D9C642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106198" y="6278868"/>
            <a:ext cx="8914798" cy="11094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500" b="0" i="0">
                <a:solidFill>
                  <a:srgbClr val="6A6A69"/>
                </a:solidFill>
                <a:latin typeface="Libre Franklin Light" pitchFamily="2" charset="77"/>
              </a:defRPr>
            </a:lvl1pPr>
          </a:lstStyle>
          <a:p>
            <a:r>
              <a:rPr lang="it-IT" dirty="0"/>
              <a:t>Modifica gli stili del testo dello schema
Secondo livello</a:t>
            </a:r>
          </a:p>
        </p:txBody>
      </p:sp>
      <p:sp>
        <p:nvSpPr>
          <p:cNvPr id="9" name="Segnaposto testo 7">
            <a:extLst>
              <a:ext uri="{FF2B5EF4-FFF2-40B4-BE49-F238E27FC236}">
                <a16:creationId xmlns:a16="http://schemas.microsoft.com/office/drawing/2014/main" id="{A431F201-8BE0-444C-8EAE-C3F665634EB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57200"/>
            <a:ext cx="11811000" cy="35401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6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Presentation Title &gt; </a:t>
            </a:r>
            <a:r>
              <a:rPr lang="it-IT" dirty="0" err="1"/>
              <a:t>Section</a:t>
            </a:r>
            <a:r>
              <a:rPr lang="it-IT" dirty="0"/>
              <a:t> Title</a:t>
            </a:r>
          </a:p>
        </p:txBody>
      </p:sp>
    </p:spTree>
    <p:extLst>
      <p:ext uri="{BB962C8B-B14F-4D97-AF65-F5344CB8AC3E}">
        <p14:creationId xmlns:p14="http://schemas.microsoft.com/office/powerpoint/2010/main" val="362617153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roB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egnaposto immagine 6">
            <a:extLst>
              <a:ext uri="{FF2B5EF4-FFF2-40B4-BE49-F238E27FC236}">
                <a16:creationId xmlns:a16="http://schemas.microsoft.com/office/drawing/2014/main" id="{392E8F62-5DF5-7F4C-A241-5923653FBDBA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09599" y="1219200"/>
            <a:ext cx="13417295" cy="6408738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 dirty="0"/>
          </a:p>
        </p:txBody>
      </p:sp>
      <p:sp>
        <p:nvSpPr>
          <p:cNvPr id="5" name="Segnaposto testo 13">
            <a:extLst>
              <a:ext uri="{FF2B5EF4-FFF2-40B4-BE49-F238E27FC236}">
                <a16:creationId xmlns:a16="http://schemas.microsoft.com/office/drawing/2014/main" id="{02677E17-41C5-0B43-9319-40D2949F3DB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1" y="1447800"/>
            <a:ext cx="13411396" cy="5334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3800" b="1" i="0">
                <a:solidFill>
                  <a:schemeClr val="tx2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Page Title</a:t>
            </a:r>
          </a:p>
        </p:txBody>
      </p:sp>
      <p:sp>
        <p:nvSpPr>
          <p:cNvPr id="6" name="Segnaposto testo 7">
            <a:extLst>
              <a:ext uri="{FF2B5EF4-FFF2-40B4-BE49-F238E27FC236}">
                <a16:creationId xmlns:a16="http://schemas.microsoft.com/office/drawing/2014/main" id="{4015921B-C352-4DAA-BC55-69EC1DF019C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57200"/>
            <a:ext cx="11811000" cy="35401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6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Presentation Title &gt; </a:t>
            </a:r>
            <a:r>
              <a:rPr lang="it-IT" dirty="0" err="1"/>
              <a:t>Section</a:t>
            </a:r>
            <a:r>
              <a:rPr lang="it-IT" dirty="0"/>
              <a:t> Title</a:t>
            </a:r>
          </a:p>
        </p:txBody>
      </p:sp>
    </p:spTree>
    <p:extLst>
      <p:ext uri="{BB962C8B-B14F-4D97-AF65-F5344CB8AC3E}">
        <p14:creationId xmlns:p14="http://schemas.microsoft.com/office/powerpoint/2010/main" val="198451090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roB_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egnaposto immagine 6">
            <a:extLst>
              <a:ext uri="{FF2B5EF4-FFF2-40B4-BE49-F238E27FC236}">
                <a16:creationId xmlns:a16="http://schemas.microsoft.com/office/drawing/2014/main" id="{392E8F62-5DF5-7F4C-A241-5923653FBDBA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09599" y="1143000"/>
            <a:ext cx="13417295" cy="6484938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5" name="Segnaposto testo 13">
            <a:extLst>
              <a:ext uri="{FF2B5EF4-FFF2-40B4-BE49-F238E27FC236}">
                <a16:creationId xmlns:a16="http://schemas.microsoft.com/office/drawing/2014/main" id="{02677E17-41C5-0B43-9319-40D2949F3DB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1" y="1447800"/>
            <a:ext cx="13411396" cy="5334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3800" b="1" i="0">
                <a:solidFill>
                  <a:schemeClr val="tx2"/>
                </a:solidFill>
                <a:latin typeface="Libre Franklin" pitchFamily="2" charset="77"/>
              </a:defRPr>
            </a:lvl1pPr>
          </a:lstStyle>
          <a:p>
            <a:r>
              <a:rPr lang="it-IT" dirty="0" err="1"/>
              <a:t>Paragraph</a:t>
            </a:r>
            <a:r>
              <a:rPr lang="it-IT" dirty="0"/>
              <a:t> text</a:t>
            </a:r>
          </a:p>
        </p:txBody>
      </p:sp>
      <p:sp>
        <p:nvSpPr>
          <p:cNvPr id="6" name="Segnaposto testo 13">
            <a:extLst>
              <a:ext uri="{FF2B5EF4-FFF2-40B4-BE49-F238E27FC236}">
                <a16:creationId xmlns:a16="http://schemas.microsoft.com/office/drawing/2014/main" id="{C37B94C0-2E06-DD4C-8B5F-747ECD35F21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8549" y="6790944"/>
            <a:ext cx="13411396" cy="5334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28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r>
              <a:rPr lang="it-IT" dirty="0" err="1"/>
              <a:t>Paragraph</a:t>
            </a:r>
            <a:r>
              <a:rPr lang="it-IT" dirty="0"/>
              <a:t> text</a:t>
            </a:r>
          </a:p>
        </p:txBody>
      </p:sp>
      <p:sp>
        <p:nvSpPr>
          <p:cNvPr id="7" name="Segnaposto testo 7">
            <a:extLst>
              <a:ext uri="{FF2B5EF4-FFF2-40B4-BE49-F238E27FC236}">
                <a16:creationId xmlns:a16="http://schemas.microsoft.com/office/drawing/2014/main" id="{072880B4-6ACD-45FF-9C20-79FC364415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57200"/>
            <a:ext cx="11811000" cy="35401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6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Presentation Title &gt; </a:t>
            </a:r>
            <a:r>
              <a:rPr lang="it-IT" dirty="0" err="1"/>
              <a:t>Section</a:t>
            </a:r>
            <a:r>
              <a:rPr lang="it-IT" dirty="0"/>
              <a:t> Title</a:t>
            </a:r>
          </a:p>
        </p:txBody>
      </p:sp>
    </p:spTree>
    <p:extLst>
      <p:ext uri="{BB962C8B-B14F-4D97-AF65-F5344CB8AC3E}">
        <p14:creationId xmlns:p14="http://schemas.microsoft.com/office/powerpoint/2010/main" val="179884269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roB_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testo 13">
            <a:extLst>
              <a:ext uri="{FF2B5EF4-FFF2-40B4-BE49-F238E27FC236}">
                <a16:creationId xmlns:a16="http://schemas.microsoft.com/office/drawing/2014/main" id="{02677E17-41C5-0B43-9319-40D2949F3DB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1" y="1447800"/>
            <a:ext cx="13411396" cy="5334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3800" b="1" i="0">
                <a:solidFill>
                  <a:schemeClr val="tx2"/>
                </a:solidFill>
                <a:latin typeface="Libre Franklin" pitchFamily="2" charset="77"/>
              </a:defRPr>
            </a:lvl1pPr>
          </a:lstStyle>
          <a:p>
            <a:r>
              <a:rPr lang="it-IT" dirty="0" err="1"/>
              <a:t>Paragraph</a:t>
            </a:r>
            <a:r>
              <a:rPr lang="it-IT" dirty="0"/>
              <a:t> text</a:t>
            </a:r>
          </a:p>
        </p:txBody>
      </p:sp>
      <p:sp>
        <p:nvSpPr>
          <p:cNvPr id="6" name="Segnaposto testo 13">
            <a:extLst>
              <a:ext uri="{FF2B5EF4-FFF2-40B4-BE49-F238E27FC236}">
                <a16:creationId xmlns:a16="http://schemas.microsoft.com/office/drawing/2014/main" id="{C37B94C0-2E06-DD4C-8B5F-747ECD35F21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8549" y="6790944"/>
            <a:ext cx="13411396" cy="5334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28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r>
              <a:rPr lang="it-IT" dirty="0" err="1"/>
              <a:t>Paragraph</a:t>
            </a:r>
            <a:r>
              <a:rPr lang="it-IT" dirty="0"/>
              <a:t> text</a:t>
            </a:r>
          </a:p>
        </p:txBody>
      </p:sp>
      <p:sp>
        <p:nvSpPr>
          <p:cNvPr id="8" name="Segnaposto testo 7">
            <a:extLst>
              <a:ext uri="{FF2B5EF4-FFF2-40B4-BE49-F238E27FC236}">
                <a16:creationId xmlns:a16="http://schemas.microsoft.com/office/drawing/2014/main" id="{76C500E4-77EE-4E72-AA35-1F30537F5C2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57200"/>
            <a:ext cx="11811000" cy="35401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6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Presentation Title &gt; </a:t>
            </a:r>
            <a:r>
              <a:rPr lang="it-IT" dirty="0" err="1"/>
              <a:t>Section</a:t>
            </a:r>
            <a:r>
              <a:rPr lang="it-IT" dirty="0"/>
              <a:t> Title</a:t>
            </a:r>
          </a:p>
        </p:txBody>
      </p:sp>
      <p:sp>
        <p:nvSpPr>
          <p:cNvPr id="9" name="object 8">
            <a:extLst>
              <a:ext uri="{FF2B5EF4-FFF2-40B4-BE49-F238E27FC236}">
                <a16:creationId xmlns:a16="http://schemas.microsoft.com/office/drawing/2014/main" id="{42B9FD1D-DD23-4C9B-9BDD-30CF8EFD8804}"/>
              </a:ext>
            </a:extLst>
          </p:cNvPr>
          <p:cNvSpPr/>
          <p:nvPr userDrawn="1"/>
        </p:nvSpPr>
        <p:spPr>
          <a:xfrm>
            <a:off x="45127" y="685800"/>
            <a:ext cx="14540145" cy="7164425"/>
          </a:xfrm>
          <a:prstGeom prst="rect">
            <a:avLst/>
          </a:prstGeom>
          <a:blipFill dpi="0" rotWithShape="1">
            <a:blip r:embed="rId2" cstate="print">
              <a:alphaModFix amt="34000"/>
            </a:blip>
            <a:srcRect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96996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roB_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egnaposto testo 7">
            <a:extLst>
              <a:ext uri="{FF2B5EF4-FFF2-40B4-BE49-F238E27FC236}">
                <a16:creationId xmlns:a16="http://schemas.microsoft.com/office/drawing/2014/main" id="{76C500E4-77EE-4E72-AA35-1F30537F5C2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57200"/>
            <a:ext cx="11811000" cy="35401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6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Presentation Title &gt; </a:t>
            </a:r>
            <a:r>
              <a:rPr lang="it-IT" dirty="0" err="1"/>
              <a:t>Section</a:t>
            </a:r>
            <a:r>
              <a:rPr lang="it-IT" dirty="0"/>
              <a:t> Title</a:t>
            </a:r>
          </a:p>
        </p:txBody>
      </p:sp>
    </p:spTree>
    <p:extLst>
      <p:ext uri="{BB962C8B-B14F-4D97-AF65-F5344CB8AC3E}">
        <p14:creationId xmlns:p14="http://schemas.microsoft.com/office/powerpoint/2010/main" val="340562774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roC_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egnaposto immagine 22">
            <a:extLst>
              <a:ext uri="{FF2B5EF4-FFF2-40B4-BE49-F238E27FC236}">
                <a16:creationId xmlns:a16="http://schemas.microsoft.com/office/drawing/2014/main" id="{7A7ACB23-722A-D140-88F5-29D9A526F17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105400" y="1203960"/>
            <a:ext cx="8915400" cy="6408738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29" name="Segnaposto testo 17">
            <a:extLst>
              <a:ext uri="{FF2B5EF4-FFF2-40B4-BE49-F238E27FC236}">
                <a16:creationId xmlns:a16="http://schemas.microsoft.com/office/drawing/2014/main" id="{2825DF9A-B3C9-D543-93CE-B51305E3136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4304" y="2711526"/>
            <a:ext cx="4346078" cy="49011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0" i="0">
                <a:solidFill>
                  <a:srgbClr val="6A6A69"/>
                </a:solidFill>
                <a:latin typeface="Libre Franklin Light" pitchFamily="2" charset="77"/>
              </a:defRPr>
            </a:lvl1pPr>
          </a:lstStyle>
          <a:p>
            <a:r>
              <a:rPr lang="it-IT" dirty="0"/>
              <a:t>Modifica gli stili del testo dello schema
Secondo livello</a:t>
            </a:r>
          </a:p>
        </p:txBody>
      </p:sp>
      <p:sp>
        <p:nvSpPr>
          <p:cNvPr id="9" name="Segnaposto testo 5">
            <a:extLst>
              <a:ext uri="{FF2B5EF4-FFF2-40B4-BE49-F238E27FC236}">
                <a16:creationId xmlns:a16="http://schemas.microsoft.com/office/drawing/2014/main" id="{0B191400-11AC-4A44-9DDE-2EC895BCE9B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3505" y="2057400"/>
            <a:ext cx="4343400" cy="486271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buNone/>
              <a:defRPr sz="2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 err="1"/>
              <a:t>Paragraph</a:t>
            </a:r>
            <a:r>
              <a:rPr lang="it-IT" dirty="0"/>
              <a:t> Title</a:t>
            </a:r>
          </a:p>
        </p:txBody>
      </p:sp>
      <p:sp>
        <p:nvSpPr>
          <p:cNvPr id="11" name="Segnaposto testo 7">
            <a:extLst>
              <a:ext uri="{FF2B5EF4-FFF2-40B4-BE49-F238E27FC236}">
                <a16:creationId xmlns:a16="http://schemas.microsoft.com/office/drawing/2014/main" id="{FDC4B5A1-1B26-4AD4-BFBC-520175FE811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57200"/>
            <a:ext cx="11811000" cy="35401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6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Presentation Title &gt; </a:t>
            </a:r>
            <a:r>
              <a:rPr lang="it-IT" dirty="0" err="1"/>
              <a:t>Section</a:t>
            </a:r>
            <a:r>
              <a:rPr lang="it-IT" dirty="0"/>
              <a:t> Title</a:t>
            </a:r>
          </a:p>
        </p:txBody>
      </p:sp>
      <p:sp>
        <p:nvSpPr>
          <p:cNvPr id="23" name="Segnaposto testo 15">
            <a:extLst>
              <a:ext uri="{FF2B5EF4-FFF2-40B4-BE49-F238E27FC236}">
                <a16:creationId xmlns:a16="http://schemas.microsoft.com/office/drawing/2014/main" id="{7339B3BA-607D-4D5C-AAD4-DC6DAC21BC4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3250" y="1371600"/>
            <a:ext cx="4343400" cy="60960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buNone/>
              <a:defRPr sz="3600" b="1">
                <a:solidFill>
                  <a:schemeClr val="tx2"/>
                </a:solidFill>
                <a:latin typeface="Libre Franklin" panose="00000800000000000000" pitchFamily="2" charset="0"/>
              </a:defRPr>
            </a:lvl1pPr>
          </a:lstStyle>
          <a:p>
            <a:pPr lvl="0"/>
            <a:r>
              <a:rPr lang="it-IT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234172776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roC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egnaposto immagine 22">
            <a:extLst>
              <a:ext uri="{FF2B5EF4-FFF2-40B4-BE49-F238E27FC236}">
                <a16:creationId xmlns:a16="http://schemas.microsoft.com/office/drawing/2014/main" id="{7A7ACB23-722A-D140-88F5-29D9A526F17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105400" y="1203960"/>
            <a:ext cx="8915400" cy="6408738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29" name="Segnaposto testo 17">
            <a:extLst>
              <a:ext uri="{FF2B5EF4-FFF2-40B4-BE49-F238E27FC236}">
                <a16:creationId xmlns:a16="http://schemas.microsoft.com/office/drawing/2014/main" id="{2825DF9A-B3C9-D543-93CE-B51305E3136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3505" y="4267200"/>
            <a:ext cx="4346078" cy="8308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0" i="0">
                <a:solidFill>
                  <a:srgbClr val="6A6A69"/>
                </a:solidFill>
                <a:latin typeface="Libre Franklin Light" pitchFamily="2" charset="77"/>
              </a:defRPr>
            </a:lvl1pPr>
          </a:lstStyle>
          <a:p>
            <a:r>
              <a:rPr lang="it-IT" dirty="0"/>
              <a:t>Modifica gli stili del testo dello schema
Secondo livello</a:t>
            </a:r>
          </a:p>
        </p:txBody>
      </p:sp>
      <p:sp>
        <p:nvSpPr>
          <p:cNvPr id="10" name="Segnaposto testo 5">
            <a:extLst>
              <a:ext uri="{FF2B5EF4-FFF2-40B4-BE49-F238E27FC236}">
                <a16:creationId xmlns:a16="http://schemas.microsoft.com/office/drawing/2014/main" id="{532AEB83-6697-4F19-A6C3-CCD7945B4D9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3505" y="3552329"/>
            <a:ext cx="4343400" cy="486271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buNone/>
              <a:defRPr sz="2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 err="1"/>
              <a:t>Paragraph</a:t>
            </a:r>
            <a:r>
              <a:rPr lang="it-IT" dirty="0"/>
              <a:t> Title</a:t>
            </a:r>
          </a:p>
        </p:txBody>
      </p:sp>
      <p:sp>
        <p:nvSpPr>
          <p:cNvPr id="12" name="Segnaposto testo 7">
            <a:extLst>
              <a:ext uri="{FF2B5EF4-FFF2-40B4-BE49-F238E27FC236}">
                <a16:creationId xmlns:a16="http://schemas.microsoft.com/office/drawing/2014/main" id="{4AC5D1C5-1402-4B03-BA49-339CC96ABA5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57200"/>
            <a:ext cx="11811000" cy="35401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6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Presentation Title &gt; </a:t>
            </a:r>
            <a:r>
              <a:rPr lang="it-IT" dirty="0" err="1"/>
              <a:t>Section</a:t>
            </a:r>
            <a:r>
              <a:rPr lang="it-IT" dirty="0"/>
              <a:t> Title</a:t>
            </a:r>
          </a:p>
        </p:txBody>
      </p:sp>
      <p:sp>
        <p:nvSpPr>
          <p:cNvPr id="21" name="Segnaposto testo 14">
            <a:extLst>
              <a:ext uri="{FF2B5EF4-FFF2-40B4-BE49-F238E27FC236}">
                <a16:creationId xmlns:a16="http://schemas.microsoft.com/office/drawing/2014/main" id="{733F238F-A41B-4125-A0BF-78DEEC23A61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09600" y="1371600"/>
            <a:ext cx="4333875" cy="566738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buNone/>
              <a:defRPr sz="3600" b="1">
                <a:solidFill>
                  <a:schemeClr val="tx2"/>
                </a:solidFill>
                <a:latin typeface="Libre Franklin" panose="00000800000000000000" pitchFamily="2" charset="0"/>
              </a:defRPr>
            </a:lvl1pPr>
            <a:lvl2pPr>
              <a:defRPr b="1">
                <a:latin typeface="Libre Franklin" panose="00000800000000000000" pitchFamily="2" charset="0"/>
              </a:defRPr>
            </a:lvl2pPr>
            <a:lvl3pPr>
              <a:defRPr b="1">
                <a:latin typeface="Libre Franklin" panose="00000800000000000000" pitchFamily="2" charset="0"/>
              </a:defRPr>
            </a:lvl3pPr>
            <a:lvl4pPr>
              <a:defRPr b="1">
                <a:latin typeface="Libre Franklin" panose="00000800000000000000" pitchFamily="2" charset="0"/>
              </a:defRPr>
            </a:lvl4pPr>
            <a:lvl5pPr>
              <a:defRPr b="1">
                <a:latin typeface="Libre Franklin" panose="00000800000000000000" pitchFamily="2" charset="0"/>
              </a:defRPr>
            </a:lvl5pPr>
          </a:lstStyle>
          <a:p>
            <a:pPr lvl="0"/>
            <a:r>
              <a:rPr lang="it-IT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179595839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roC_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egnaposto immagine 22">
            <a:extLst>
              <a:ext uri="{FF2B5EF4-FFF2-40B4-BE49-F238E27FC236}">
                <a16:creationId xmlns:a16="http://schemas.microsoft.com/office/drawing/2014/main" id="{7A7ACB23-722A-D140-88F5-29D9A526F17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105400" y="1203960"/>
            <a:ext cx="8915400" cy="6408738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29" name="Segnaposto testo 17">
            <a:extLst>
              <a:ext uri="{FF2B5EF4-FFF2-40B4-BE49-F238E27FC236}">
                <a16:creationId xmlns:a16="http://schemas.microsoft.com/office/drawing/2014/main" id="{2825DF9A-B3C9-D543-93CE-B51305E3136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3505" y="4267200"/>
            <a:ext cx="4346078" cy="8308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0" i="0">
                <a:solidFill>
                  <a:srgbClr val="6A6A69"/>
                </a:solidFill>
                <a:latin typeface="Libre Franklin Light" pitchFamily="2" charset="77"/>
              </a:defRPr>
            </a:lvl1pPr>
          </a:lstStyle>
          <a:p>
            <a:r>
              <a:rPr lang="it-IT" dirty="0"/>
              <a:t>Modifica gli stili del testo dello schema
Secondo livello</a:t>
            </a:r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DB009616-793B-44D2-9C98-14B76EE8FE0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3505" y="3552329"/>
            <a:ext cx="4343400" cy="486271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buNone/>
              <a:defRPr sz="2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 err="1"/>
              <a:t>Paragraph</a:t>
            </a:r>
            <a:r>
              <a:rPr lang="it-IT" dirty="0"/>
              <a:t> Title</a:t>
            </a:r>
          </a:p>
        </p:txBody>
      </p:sp>
      <p:sp>
        <p:nvSpPr>
          <p:cNvPr id="7" name="Segnaposto testo 7">
            <a:extLst>
              <a:ext uri="{FF2B5EF4-FFF2-40B4-BE49-F238E27FC236}">
                <a16:creationId xmlns:a16="http://schemas.microsoft.com/office/drawing/2014/main" id="{57207090-0422-40C5-B9CC-34B2225EC7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57200"/>
            <a:ext cx="11811000" cy="35401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6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Presentation Title &gt; </a:t>
            </a:r>
            <a:r>
              <a:rPr lang="it-IT" dirty="0" err="1"/>
              <a:t>Section</a:t>
            </a:r>
            <a:r>
              <a:rPr lang="it-IT" dirty="0"/>
              <a:t> Title</a:t>
            </a:r>
          </a:p>
        </p:txBody>
      </p:sp>
    </p:spTree>
    <p:extLst>
      <p:ext uri="{BB962C8B-B14F-4D97-AF65-F5344CB8AC3E}">
        <p14:creationId xmlns:p14="http://schemas.microsoft.com/office/powerpoint/2010/main" val="211138222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roC_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egnaposto immagine 22">
            <a:extLst>
              <a:ext uri="{FF2B5EF4-FFF2-40B4-BE49-F238E27FC236}">
                <a16:creationId xmlns:a16="http://schemas.microsoft.com/office/drawing/2014/main" id="{B1A2D5CF-C3AA-2A42-AAC9-7FEFE0B0752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105400" y="1203960"/>
            <a:ext cx="4419600" cy="6408738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11" name="Segnaposto immagine 22">
            <a:extLst>
              <a:ext uri="{FF2B5EF4-FFF2-40B4-BE49-F238E27FC236}">
                <a16:creationId xmlns:a16="http://schemas.microsoft.com/office/drawing/2014/main" id="{5D84AF20-2EC9-9849-9B36-679626C0906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680448" y="1219200"/>
            <a:ext cx="4419600" cy="6408738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13" name="Segnaposto testo 17">
            <a:extLst>
              <a:ext uri="{FF2B5EF4-FFF2-40B4-BE49-F238E27FC236}">
                <a16:creationId xmlns:a16="http://schemas.microsoft.com/office/drawing/2014/main" id="{0C7460CE-4ABE-9244-9634-4830FD50EFE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3505" y="4267200"/>
            <a:ext cx="4346078" cy="8308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0" i="0">
                <a:solidFill>
                  <a:srgbClr val="6A6A69"/>
                </a:solidFill>
                <a:latin typeface="Libre Franklin Light" pitchFamily="2" charset="77"/>
              </a:defRPr>
            </a:lvl1pPr>
          </a:lstStyle>
          <a:p>
            <a:r>
              <a:rPr lang="it-IT" dirty="0"/>
              <a:t>Modifica gli stili del testo dello schema
Secondo livello</a:t>
            </a:r>
          </a:p>
        </p:txBody>
      </p:sp>
      <p:sp>
        <p:nvSpPr>
          <p:cNvPr id="9" name="Segnaposto testo 5">
            <a:extLst>
              <a:ext uri="{FF2B5EF4-FFF2-40B4-BE49-F238E27FC236}">
                <a16:creationId xmlns:a16="http://schemas.microsoft.com/office/drawing/2014/main" id="{1FCBAAD6-8E5F-42CF-91F5-7E7C12CBD0E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3505" y="3552329"/>
            <a:ext cx="4343400" cy="486271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buNone/>
              <a:defRPr sz="2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 err="1"/>
              <a:t>Paragraph</a:t>
            </a:r>
            <a:r>
              <a:rPr lang="it-IT" dirty="0"/>
              <a:t> Title</a:t>
            </a:r>
          </a:p>
        </p:txBody>
      </p:sp>
      <p:sp>
        <p:nvSpPr>
          <p:cNvPr id="15" name="Segnaposto testo 7">
            <a:extLst>
              <a:ext uri="{FF2B5EF4-FFF2-40B4-BE49-F238E27FC236}">
                <a16:creationId xmlns:a16="http://schemas.microsoft.com/office/drawing/2014/main" id="{5A9CA1F5-612C-43C5-B894-5FEBE7596C1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57200"/>
            <a:ext cx="11811000" cy="35401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6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Presentation Title &gt; </a:t>
            </a:r>
            <a:r>
              <a:rPr lang="it-IT" dirty="0" err="1"/>
              <a:t>Section</a:t>
            </a:r>
            <a:r>
              <a:rPr lang="it-IT" dirty="0"/>
              <a:t> Title</a:t>
            </a:r>
          </a:p>
        </p:txBody>
      </p:sp>
      <p:sp>
        <p:nvSpPr>
          <p:cNvPr id="16" name="Segnaposto testo 2">
            <a:extLst>
              <a:ext uri="{FF2B5EF4-FFF2-40B4-BE49-F238E27FC236}">
                <a16:creationId xmlns:a16="http://schemas.microsoft.com/office/drawing/2014/main" id="{CEED9F0C-B994-4C1E-A94B-E575E2A1382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03250" y="1371600"/>
            <a:ext cx="4343400" cy="60960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buNone/>
              <a:defRPr sz="3600" b="1">
                <a:solidFill>
                  <a:schemeClr val="tx2"/>
                </a:solidFill>
                <a:latin typeface="Libre Franklin" panose="00000800000000000000" pitchFamily="2" charset="0"/>
              </a:defRPr>
            </a:lvl1pPr>
            <a:lvl3pPr>
              <a:defRPr/>
            </a:lvl3pPr>
          </a:lstStyle>
          <a:p>
            <a:pPr lvl="0"/>
            <a:r>
              <a:rPr lang="it-IT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400282580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roC_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egnaposto immagine 22">
            <a:extLst>
              <a:ext uri="{FF2B5EF4-FFF2-40B4-BE49-F238E27FC236}">
                <a16:creationId xmlns:a16="http://schemas.microsoft.com/office/drawing/2014/main" id="{B1A2D5CF-C3AA-2A42-AAC9-7FEFE0B0752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105400" y="1203960"/>
            <a:ext cx="4419600" cy="6408738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11" name="Segnaposto immagine 22">
            <a:extLst>
              <a:ext uri="{FF2B5EF4-FFF2-40B4-BE49-F238E27FC236}">
                <a16:creationId xmlns:a16="http://schemas.microsoft.com/office/drawing/2014/main" id="{5D84AF20-2EC9-9849-9B36-679626C0906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680448" y="1219200"/>
            <a:ext cx="4419600" cy="6408738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13" name="Segnaposto testo 17">
            <a:extLst>
              <a:ext uri="{FF2B5EF4-FFF2-40B4-BE49-F238E27FC236}">
                <a16:creationId xmlns:a16="http://schemas.microsoft.com/office/drawing/2014/main" id="{0C7460CE-4ABE-9244-9634-4830FD50EFE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3505" y="4267200"/>
            <a:ext cx="4346078" cy="8308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0" i="0">
                <a:solidFill>
                  <a:srgbClr val="6A6A69"/>
                </a:solidFill>
                <a:latin typeface="Libre Franklin Light" pitchFamily="2" charset="77"/>
              </a:defRPr>
            </a:lvl1pPr>
          </a:lstStyle>
          <a:p>
            <a:r>
              <a:rPr lang="it-IT" dirty="0"/>
              <a:t>Modifica gli stili del testo dello schema
Secondo livello</a:t>
            </a:r>
          </a:p>
        </p:txBody>
      </p:sp>
      <p:sp>
        <p:nvSpPr>
          <p:cNvPr id="8" name="Segnaposto testo 5">
            <a:extLst>
              <a:ext uri="{FF2B5EF4-FFF2-40B4-BE49-F238E27FC236}">
                <a16:creationId xmlns:a16="http://schemas.microsoft.com/office/drawing/2014/main" id="{95C6C90D-0A32-4331-BE1D-ED7BD6E8DDF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3505" y="3552329"/>
            <a:ext cx="4343400" cy="486271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buNone/>
              <a:defRPr sz="2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 err="1"/>
              <a:t>Paragraph</a:t>
            </a:r>
            <a:r>
              <a:rPr lang="it-IT" dirty="0"/>
              <a:t> Title</a:t>
            </a:r>
          </a:p>
        </p:txBody>
      </p:sp>
      <p:sp>
        <p:nvSpPr>
          <p:cNvPr id="9" name="Segnaposto testo 7">
            <a:extLst>
              <a:ext uri="{FF2B5EF4-FFF2-40B4-BE49-F238E27FC236}">
                <a16:creationId xmlns:a16="http://schemas.microsoft.com/office/drawing/2014/main" id="{D218BB98-7721-42CE-AC0F-167BF4AAB11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57200"/>
            <a:ext cx="11811000" cy="35401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6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Presentation Title &gt; </a:t>
            </a:r>
            <a:r>
              <a:rPr lang="it-IT" dirty="0" err="1"/>
              <a:t>Section</a:t>
            </a:r>
            <a:r>
              <a:rPr lang="it-IT" dirty="0"/>
              <a:t> Title</a:t>
            </a:r>
          </a:p>
        </p:txBody>
      </p:sp>
    </p:spTree>
    <p:extLst>
      <p:ext uri="{BB962C8B-B14F-4D97-AF65-F5344CB8AC3E}">
        <p14:creationId xmlns:p14="http://schemas.microsoft.com/office/powerpoint/2010/main" val="403740136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roC_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egnaposto testo 3">
            <a:extLst>
              <a:ext uri="{FF2B5EF4-FFF2-40B4-BE49-F238E27FC236}">
                <a16:creationId xmlns:a16="http://schemas.microsoft.com/office/drawing/2014/main" id="{FEB0AB04-C688-D646-AC55-56421835BBF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1600200"/>
            <a:ext cx="13335000" cy="1371600"/>
          </a:xfrm>
          <a:prstGeom prst="rect">
            <a:avLst/>
          </a:prstGeom>
        </p:spPr>
        <p:txBody>
          <a:bodyPr lIns="0" tIns="46800" rIns="0" bIns="46800" anchor="ctr" anchorCtr="0"/>
          <a:lstStyle>
            <a:lvl1pPr marL="0" indent="0" algn="ctr">
              <a:buNone/>
              <a:defRPr sz="90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Title</a:t>
            </a:r>
          </a:p>
        </p:txBody>
      </p:sp>
      <p:sp>
        <p:nvSpPr>
          <p:cNvPr id="9" name="Segnaposto testo 3">
            <a:extLst>
              <a:ext uri="{FF2B5EF4-FFF2-40B4-BE49-F238E27FC236}">
                <a16:creationId xmlns:a16="http://schemas.microsoft.com/office/drawing/2014/main" id="{D7183070-73A6-6644-8124-02973CBCA6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3367595"/>
            <a:ext cx="13335000" cy="3852356"/>
          </a:xfrm>
          <a:prstGeom prst="rect">
            <a:avLst/>
          </a:prstGeom>
        </p:spPr>
        <p:txBody>
          <a:bodyPr lIns="0" tIns="46800" rIns="0" bIns="46800" anchor="ctr" anchorCtr="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8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dirty="0" err="1"/>
              <a:t>Paragraph</a:t>
            </a:r>
            <a:r>
              <a:rPr lang="it-IT" dirty="0"/>
              <a:t> Title / Body</a:t>
            </a:r>
          </a:p>
        </p:txBody>
      </p:sp>
      <p:sp>
        <p:nvSpPr>
          <p:cNvPr id="5" name="Segnaposto testo 7">
            <a:extLst>
              <a:ext uri="{FF2B5EF4-FFF2-40B4-BE49-F238E27FC236}">
                <a16:creationId xmlns:a16="http://schemas.microsoft.com/office/drawing/2014/main" id="{19236BE0-1045-4174-A9C4-888910D05BB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57200"/>
            <a:ext cx="11811000" cy="35401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6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Presentation Title &gt; </a:t>
            </a:r>
            <a:r>
              <a:rPr lang="it-IT" dirty="0" err="1"/>
              <a:t>Section</a:t>
            </a:r>
            <a:r>
              <a:rPr lang="it-IT" dirty="0"/>
              <a:t> Title</a:t>
            </a:r>
          </a:p>
        </p:txBody>
      </p:sp>
    </p:spTree>
    <p:extLst>
      <p:ext uri="{BB962C8B-B14F-4D97-AF65-F5344CB8AC3E}">
        <p14:creationId xmlns:p14="http://schemas.microsoft.com/office/powerpoint/2010/main" val="196206511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roC_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8">
            <a:extLst>
              <a:ext uri="{FF2B5EF4-FFF2-40B4-BE49-F238E27FC236}">
                <a16:creationId xmlns:a16="http://schemas.microsoft.com/office/drawing/2014/main" id="{6EC08EAF-85BF-B54F-BD2E-D24109A83C31}"/>
              </a:ext>
            </a:extLst>
          </p:cNvPr>
          <p:cNvSpPr/>
          <p:nvPr userDrawn="1"/>
        </p:nvSpPr>
        <p:spPr>
          <a:xfrm>
            <a:off x="273878" y="811213"/>
            <a:ext cx="14100738" cy="694791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Segnaposto testo 5">
            <a:extLst>
              <a:ext uri="{FF2B5EF4-FFF2-40B4-BE49-F238E27FC236}">
                <a16:creationId xmlns:a16="http://schemas.microsoft.com/office/drawing/2014/main" id="{CE6A25A9-ACDC-4FA8-9548-63981209562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3505" y="5867400"/>
            <a:ext cx="4343400" cy="486271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buNone/>
              <a:defRPr sz="2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 err="1"/>
              <a:t>Paragraph</a:t>
            </a:r>
            <a:r>
              <a:rPr lang="it-IT" dirty="0"/>
              <a:t> Title</a:t>
            </a:r>
          </a:p>
        </p:txBody>
      </p:sp>
      <p:sp>
        <p:nvSpPr>
          <p:cNvPr id="9" name="Segnaposto testo 7">
            <a:extLst>
              <a:ext uri="{FF2B5EF4-FFF2-40B4-BE49-F238E27FC236}">
                <a16:creationId xmlns:a16="http://schemas.microsoft.com/office/drawing/2014/main" id="{B29D1A39-EB23-4837-9D42-880903AA43F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57200"/>
            <a:ext cx="11811000" cy="35401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6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Presentation Title &gt; </a:t>
            </a:r>
            <a:r>
              <a:rPr lang="it-IT" dirty="0" err="1"/>
              <a:t>Section</a:t>
            </a:r>
            <a:r>
              <a:rPr lang="it-IT" dirty="0"/>
              <a:t> Title</a:t>
            </a:r>
          </a:p>
        </p:txBody>
      </p:sp>
      <p:sp>
        <p:nvSpPr>
          <p:cNvPr id="11" name="Segnaposto testo 2">
            <a:extLst>
              <a:ext uri="{FF2B5EF4-FFF2-40B4-BE49-F238E27FC236}">
                <a16:creationId xmlns:a16="http://schemas.microsoft.com/office/drawing/2014/main" id="{9AB8D915-7C48-4D88-9742-2BB34A9130E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3250" y="1371600"/>
            <a:ext cx="9531350" cy="60960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buNone/>
              <a:defRPr sz="3600" b="1">
                <a:solidFill>
                  <a:schemeClr val="tx2"/>
                </a:solidFill>
                <a:latin typeface="Libre Franklin" panose="00000800000000000000" pitchFamily="2" charset="0"/>
              </a:defRPr>
            </a:lvl1pPr>
          </a:lstStyle>
          <a:p>
            <a:pPr lvl="0"/>
            <a:r>
              <a:rPr lang="it-IT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309906351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roC_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immagine 3">
            <a:extLst>
              <a:ext uri="{FF2B5EF4-FFF2-40B4-BE49-F238E27FC236}">
                <a16:creationId xmlns:a16="http://schemas.microsoft.com/office/drawing/2014/main" id="{5AB39904-7778-0B43-B5E4-2E63983120D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5723" y="1413669"/>
            <a:ext cx="4337278" cy="2315184"/>
          </a:xfrm>
          <a:prstGeom prst="rect">
            <a:avLst/>
          </a:prstGeom>
          <a:solidFill>
            <a:srgbClr val="6A6A69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 dirty="0"/>
          </a:p>
        </p:txBody>
      </p:sp>
      <p:sp>
        <p:nvSpPr>
          <p:cNvPr id="9" name="Segnaposto testo 6">
            <a:extLst>
              <a:ext uri="{FF2B5EF4-FFF2-40B4-BE49-F238E27FC236}">
                <a16:creationId xmlns:a16="http://schemas.microsoft.com/office/drawing/2014/main" id="{918CF61B-631D-5840-8839-71F099875E5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3733007"/>
            <a:ext cx="4337277" cy="5683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Body</a:t>
            </a:r>
          </a:p>
        </p:txBody>
      </p:sp>
      <p:sp>
        <p:nvSpPr>
          <p:cNvPr id="10" name="Segnaposto immagine 3">
            <a:extLst>
              <a:ext uri="{FF2B5EF4-FFF2-40B4-BE49-F238E27FC236}">
                <a16:creationId xmlns:a16="http://schemas.microsoft.com/office/drawing/2014/main" id="{AA72836D-1196-1B4B-AAA1-4433A7F7723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169434" y="1423269"/>
            <a:ext cx="4337278" cy="2315184"/>
          </a:xfrm>
          <a:prstGeom prst="rect">
            <a:avLst/>
          </a:prstGeom>
          <a:solidFill>
            <a:srgbClr val="6A6A69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16AFB081-16A0-3F49-9003-8B35619A9F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63311" y="3742607"/>
            <a:ext cx="4343400" cy="5683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Body</a:t>
            </a:r>
          </a:p>
        </p:txBody>
      </p:sp>
      <p:sp>
        <p:nvSpPr>
          <p:cNvPr id="12" name="Segnaposto immagine 3">
            <a:extLst>
              <a:ext uri="{FF2B5EF4-FFF2-40B4-BE49-F238E27FC236}">
                <a16:creationId xmlns:a16="http://schemas.microsoft.com/office/drawing/2014/main" id="{9A81A466-CE69-0146-A75E-1970D01A48D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692639" y="1423269"/>
            <a:ext cx="4337278" cy="2315184"/>
          </a:xfrm>
          <a:prstGeom prst="rect">
            <a:avLst/>
          </a:prstGeom>
          <a:solidFill>
            <a:srgbClr val="6A6A69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13" name="Segnaposto testo 6">
            <a:extLst>
              <a:ext uri="{FF2B5EF4-FFF2-40B4-BE49-F238E27FC236}">
                <a16:creationId xmlns:a16="http://schemas.microsoft.com/office/drawing/2014/main" id="{CCE4BA25-84DA-CE41-98C9-2420C2B90A0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686516" y="3742607"/>
            <a:ext cx="4343400" cy="5683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Body</a:t>
            </a:r>
          </a:p>
        </p:txBody>
      </p:sp>
      <p:sp>
        <p:nvSpPr>
          <p:cNvPr id="14" name="Segnaposto immagine 3">
            <a:extLst>
              <a:ext uri="{FF2B5EF4-FFF2-40B4-BE49-F238E27FC236}">
                <a16:creationId xmlns:a16="http://schemas.microsoft.com/office/drawing/2014/main" id="{89BE548F-5246-9D4D-8033-DDA327267201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09600" y="4536206"/>
            <a:ext cx="4337278" cy="2315184"/>
          </a:xfrm>
          <a:prstGeom prst="rect">
            <a:avLst/>
          </a:prstGeom>
          <a:solidFill>
            <a:srgbClr val="6A6A69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15" name="Segnaposto testo 6">
            <a:extLst>
              <a:ext uri="{FF2B5EF4-FFF2-40B4-BE49-F238E27FC236}">
                <a16:creationId xmlns:a16="http://schemas.microsoft.com/office/drawing/2014/main" id="{B0DEA285-CA8F-D945-B04C-E0F5F4952DD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03477" y="6855544"/>
            <a:ext cx="4343400" cy="5683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Body</a:t>
            </a:r>
          </a:p>
        </p:txBody>
      </p:sp>
      <p:sp>
        <p:nvSpPr>
          <p:cNvPr id="16" name="Segnaposto immagine 3">
            <a:extLst>
              <a:ext uri="{FF2B5EF4-FFF2-40B4-BE49-F238E27FC236}">
                <a16:creationId xmlns:a16="http://schemas.microsoft.com/office/drawing/2014/main" id="{6A5C5820-862C-014B-A22E-74BC33C3DB34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5163311" y="4545806"/>
            <a:ext cx="4337278" cy="2315184"/>
          </a:xfrm>
          <a:prstGeom prst="rect">
            <a:avLst/>
          </a:prstGeom>
          <a:solidFill>
            <a:srgbClr val="6A6A69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17" name="Segnaposto testo 6">
            <a:extLst>
              <a:ext uri="{FF2B5EF4-FFF2-40B4-BE49-F238E27FC236}">
                <a16:creationId xmlns:a16="http://schemas.microsoft.com/office/drawing/2014/main" id="{70C376EC-13CF-994A-BFA8-3BB4591778A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57188" y="6865144"/>
            <a:ext cx="4343400" cy="5683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Body</a:t>
            </a:r>
          </a:p>
        </p:txBody>
      </p:sp>
      <p:sp>
        <p:nvSpPr>
          <p:cNvPr id="18" name="Segnaposto immagine 3">
            <a:extLst>
              <a:ext uri="{FF2B5EF4-FFF2-40B4-BE49-F238E27FC236}">
                <a16:creationId xmlns:a16="http://schemas.microsoft.com/office/drawing/2014/main" id="{CDBF8737-F763-954E-839A-D9CB321436D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686516" y="4545806"/>
            <a:ext cx="4337278" cy="2315184"/>
          </a:xfrm>
          <a:prstGeom prst="rect">
            <a:avLst/>
          </a:prstGeom>
          <a:solidFill>
            <a:srgbClr val="6A6A69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19" name="Segnaposto testo 6">
            <a:extLst>
              <a:ext uri="{FF2B5EF4-FFF2-40B4-BE49-F238E27FC236}">
                <a16:creationId xmlns:a16="http://schemas.microsoft.com/office/drawing/2014/main" id="{E8887949-3CD0-754E-9F54-B23DCF11C9B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680393" y="6865144"/>
            <a:ext cx="4343400" cy="5683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Body</a:t>
            </a:r>
          </a:p>
        </p:txBody>
      </p:sp>
      <p:sp>
        <p:nvSpPr>
          <p:cNvPr id="20" name="Segnaposto testo 7">
            <a:extLst>
              <a:ext uri="{FF2B5EF4-FFF2-40B4-BE49-F238E27FC236}">
                <a16:creationId xmlns:a16="http://schemas.microsoft.com/office/drawing/2014/main" id="{2322EB15-AD0E-4242-B89B-624635375A4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57200"/>
            <a:ext cx="11811000" cy="35401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6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Presentation Title &gt; </a:t>
            </a:r>
            <a:r>
              <a:rPr lang="it-IT" dirty="0" err="1"/>
              <a:t>Section</a:t>
            </a:r>
            <a:r>
              <a:rPr lang="it-IT" dirty="0"/>
              <a:t> Title</a:t>
            </a:r>
          </a:p>
        </p:txBody>
      </p:sp>
    </p:spTree>
    <p:extLst>
      <p:ext uri="{BB962C8B-B14F-4D97-AF65-F5344CB8AC3E}">
        <p14:creationId xmlns:p14="http://schemas.microsoft.com/office/powerpoint/2010/main" val="187349387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roC_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egnaposto testo 6">
            <a:extLst>
              <a:ext uri="{FF2B5EF4-FFF2-40B4-BE49-F238E27FC236}">
                <a16:creationId xmlns:a16="http://schemas.microsoft.com/office/drawing/2014/main" id="{F1CE3D6C-12A9-8E41-9C58-EFAA6B8B86A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3728853"/>
            <a:ext cx="3221928" cy="6115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Body</a:t>
            </a:r>
          </a:p>
        </p:txBody>
      </p:sp>
      <p:sp>
        <p:nvSpPr>
          <p:cNvPr id="21" name="Segnaposto immagine 3">
            <a:extLst>
              <a:ext uri="{FF2B5EF4-FFF2-40B4-BE49-F238E27FC236}">
                <a16:creationId xmlns:a16="http://schemas.microsoft.com/office/drawing/2014/main" id="{E6CEE213-D84E-5E4E-AC91-63079203809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5723" y="1444751"/>
            <a:ext cx="3224180" cy="2284101"/>
          </a:xfrm>
          <a:prstGeom prst="rect">
            <a:avLst/>
          </a:prstGeom>
          <a:solidFill>
            <a:srgbClr val="6A6A69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22" name="Segnaposto testo 6">
            <a:extLst>
              <a:ext uri="{FF2B5EF4-FFF2-40B4-BE49-F238E27FC236}">
                <a16:creationId xmlns:a16="http://schemas.microsoft.com/office/drawing/2014/main" id="{95F5DBDD-BE7C-C449-A868-14134BEAD1E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10566" y="3728853"/>
            <a:ext cx="3221928" cy="6115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Body</a:t>
            </a:r>
          </a:p>
        </p:txBody>
      </p:sp>
      <p:sp>
        <p:nvSpPr>
          <p:cNvPr id="23" name="Segnaposto immagine 3">
            <a:extLst>
              <a:ext uri="{FF2B5EF4-FFF2-40B4-BE49-F238E27FC236}">
                <a16:creationId xmlns:a16="http://schemas.microsoft.com/office/drawing/2014/main" id="{13A08CB9-1758-264F-B575-6A80C61AD7A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16689" y="1444751"/>
            <a:ext cx="3224180" cy="2284101"/>
          </a:xfrm>
          <a:prstGeom prst="rect">
            <a:avLst/>
          </a:prstGeom>
          <a:solidFill>
            <a:srgbClr val="6A6A69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24" name="Segnaposto testo 6">
            <a:extLst>
              <a:ext uri="{FF2B5EF4-FFF2-40B4-BE49-F238E27FC236}">
                <a16:creationId xmlns:a16="http://schemas.microsoft.com/office/drawing/2014/main" id="{C01F4275-9DBB-A347-9A9F-A591974D3E0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403157" y="3736849"/>
            <a:ext cx="3221928" cy="6115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Body</a:t>
            </a:r>
          </a:p>
        </p:txBody>
      </p:sp>
      <p:sp>
        <p:nvSpPr>
          <p:cNvPr id="25" name="Segnaposto immagine 3">
            <a:extLst>
              <a:ext uri="{FF2B5EF4-FFF2-40B4-BE49-F238E27FC236}">
                <a16:creationId xmlns:a16="http://schemas.microsoft.com/office/drawing/2014/main" id="{669731CD-2F50-EB40-969D-B179AE91680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409280" y="1452747"/>
            <a:ext cx="3224180" cy="2284101"/>
          </a:xfrm>
          <a:prstGeom prst="rect">
            <a:avLst/>
          </a:prstGeom>
          <a:solidFill>
            <a:srgbClr val="6A6A69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26" name="Segnaposto testo 6">
            <a:extLst>
              <a:ext uri="{FF2B5EF4-FFF2-40B4-BE49-F238E27FC236}">
                <a16:creationId xmlns:a16="http://schemas.microsoft.com/office/drawing/2014/main" id="{7A5DFF7D-7EDB-C44B-8A30-AA7B465A594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784374" y="3736849"/>
            <a:ext cx="3221928" cy="6115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Body</a:t>
            </a:r>
          </a:p>
        </p:txBody>
      </p:sp>
      <p:sp>
        <p:nvSpPr>
          <p:cNvPr id="27" name="Segnaposto immagine 3">
            <a:extLst>
              <a:ext uri="{FF2B5EF4-FFF2-40B4-BE49-F238E27FC236}">
                <a16:creationId xmlns:a16="http://schemas.microsoft.com/office/drawing/2014/main" id="{3D861458-ED50-9241-B823-BE8D023CF156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10790497" y="1452747"/>
            <a:ext cx="3224180" cy="2284101"/>
          </a:xfrm>
          <a:prstGeom prst="rect">
            <a:avLst/>
          </a:prstGeom>
          <a:solidFill>
            <a:srgbClr val="6A6A69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28" name="Segnaposto testo 6">
            <a:extLst>
              <a:ext uri="{FF2B5EF4-FFF2-40B4-BE49-F238E27FC236}">
                <a16:creationId xmlns:a16="http://schemas.microsoft.com/office/drawing/2014/main" id="{F89A19A1-CA06-3347-9BED-9438F39CF61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769877" y="6776854"/>
            <a:ext cx="3221928" cy="6115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Body</a:t>
            </a:r>
          </a:p>
        </p:txBody>
      </p:sp>
      <p:sp>
        <p:nvSpPr>
          <p:cNvPr id="29" name="Segnaposto immagine 3">
            <a:extLst>
              <a:ext uri="{FF2B5EF4-FFF2-40B4-BE49-F238E27FC236}">
                <a16:creationId xmlns:a16="http://schemas.microsoft.com/office/drawing/2014/main" id="{F9E7D726-3FCD-D74B-97E0-45DE97EE9895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10776000" y="4492752"/>
            <a:ext cx="3224180" cy="2284101"/>
          </a:xfrm>
          <a:prstGeom prst="rect">
            <a:avLst/>
          </a:prstGeom>
          <a:solidFill>
            <a:srgbClr val="6A6A69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30" name="Segnaposto testo 6">
            <a:extLst>
              <a:ext uri="{FF2B5EF4-FFF2-40B4-BE49-F238E27FC236}">
                <a16:creationId xmlns:a16="http://schemas.microsoft.com/office/drawing/2014/main" id="{847EC755-974C-D743-B076-1B0FBF3BEFA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382257" y="6773808"/>
            <a:ext cx="3221928" cy="6115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Body</a:t>
            </a:r>
          </a:p>
        </p:txBody>
      </p:sp>
      <p:sp>
        <p:nvSpPr>
          <p:cNvPr id="31" name="Segnaposto immagine 3">
            <a:extLst>
              <a:ext uri="{FF2B5EF4-FFF2-40B4-BE49-F238E27FC236}">
                <a16:creationId xmlns:a16="http://schemas.microsoft.com/office/drawing/2014/main" id="{8BC28183-FAD6-4C44-89FD-7A1296EA2779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388380" y="4489706"/>
            <a:ext cx="3224180" cy="2284101"/>
          </a:xfrm>
          <a:prstGeom prst="rect">
            <a:avLst/>
          </a:prstGeom>
          <a:solidFill>
            <a:srgbClr val="6A6A69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32" name="Segnaposto testo 6">
            <a:extLst>
              <a:ext uri="{FF2B5EF4-FFF2-40B4-BE49-F238E27FC236}">
                <a16:creationId xmlns:a16="http://schemas.microsoft.com/office/drawing/2014/main" id="{552809AE-B217-CB4D-9124-B4CC36F30D1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996095" y="6784850"/>
            <a:ext cx="3221928" cy="6115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Body</a:t>
            </a:r>
          </a:p>
        </p:txBody>
      </p:sp>
      <p:sp>
        <p:nvSpPr>
          <p:cNvPr id="33" name="Segnaposto immagine 3">
            <a:extLst>
              <a:ext uri="{FF2B5EF4-FFF2-40B4-BE49-F238E27FC236}">
                <a16:creationId xmlns:a16="http://schemas.microsoft.com/office/drawing/2014/main" id="{FA26F96C-BDEA-B445-85C9-16EF1B708E3C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002218" y="4500748"/>
            <a:ext cx="3224180" cy="2284101"/>
          </a:xfrm>
          <a:prstGeom prst="rect">
            <a:avLst/>
          </a:prstGeom>
          <a:solidFill>
            <a:srgbClr val="6A6A69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34" name="Segnaposto testo 6">
            <a:extLst>
              <a:ext uri="{FF2B5EF4-FFF2-40B4-BE49-F238E27FC236}">
                <a16:creationId xmlns:a16="http://schemas.microsoft.com/office/drawing/2014/main" id="{A5E42E8D-9BC0-E74E-8838-6B3F9F3EDC2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344" y="6784850"/>
            <a:ext cx="3221928" cy="6115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Body</a:t>
            </a:r>
          </a:p>
        </p:txBody>
      </p:sp>
      <p:sp>
        <p:nvSpPr>
          <p:cNvPr id="35" name="Segnaposto immagine 3">
            <a:extLst>
              <a:ext uri="{FF2B5EF4-FFF2-40B4-BE49-F238E27FC236}">
                <a16:creationId xmlns:a16="http://schemas.microsoft.com/office/drawing/2014/main" id="{F5F3982E-EA2E-5A4A-9168-DFB7E568BE5C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16467" y="4500748"/>
            <a:ext cx="3224180" cy="2284101"/>
          </a:xfrm>
          <a:prstGeom prst="rect">
            <a:avLst/>
          </a:prstGeom>
          <a:solidFill>
            <a:srgbClr val="6A6A69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19" name="Segnaposto testo 7">
            <a:extLst>
              <a:ext uri="{FF2B5EF4-FFF2-40B4-BE49-F238E27FC236}">
                <a16:creationId xmlns:a16="http://schemas.microsoft.com/office/drawing/2014/main" id="{207068AE-FED6-477D-B174-24044D8D576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57200"/>
            <a:ext cx="11811000" cy="35401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6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Presentation Title &gt; </a:t>
            </a:r>
            <a:r>
              <a:rPr lang="it-IT" dirty="0" err="1"/>
              <a:t>Section</a:t>
            </a:r>
            <a:r>
              <a:rPr lang="it-IT" dirty="0"/>
              <a:t> Title</a:t>
            </a:r>
          </a:p>
        </p:txBody>
      </p:sp>
    </p:spTree>
    <p:extLst>
      <p:ext uri="{BB962C8B-B14F-4D97-AF65-F5344CB8AC3E}">
        <p14:creationId xmlns:p14="http://schemas.microsoft.com/office/powerpoint/2010/main" val="286043188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stroC_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egnaposto testo 7">
            <a:extLst>
              <a:ext uri="{FF2B5EF4-FFF2-40B4-BE49-F238E27FC236}">
                <a16:creationId xmlns:a16="http://schemas.microsoft.com/office/drawing/2014/main" id="{207068AE-FED6-477D-B174-24044D8D576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57200"/>
            <a:ext cx="11811000" cy="35401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6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Presentation Title &gt; </a:t>
            </a:r>
            <a:r>
              <a:rPr lang="it-IT" dirty="0" err="1"/>
              <a:t>Section</a:t>
            </a:r>
            <a:r>
              <a:rPr lang="it-IT" dirty="0"/>
              <a:t> Title</a:t>
            </a:r>
          </a:p>
        </p:txBody>
      </p:sp>
    </p:spTree>
    <p:extLst>
      <p:ext uri="{BB962C8B-B14F-4D97-AF65-F5344CB8AC3E}">
        <p14:creationId xmlns:p14="http://schemas.microsoft.com/office/powerpoint/2010/main" val="3002102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emf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7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7.xml"/><Relationship Id="rId7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21.xml"/><Relationship Id="rId2" Type="http://schemas.openxmlformats.org/officeDocument/2006/relationships/slideLayout" Target="../slideLayouts/slideLayout6.xml"/><Relationship Id="rId16" Type="http://schemas.openxmlformats.org/officeDocument/2006/relationships/slideLayout" Target="../slideLayouts/slideLayout20.xml"/><Relationship Id="rId20" Type="http://schemas.openxmlformats.org/officeDocument/2006/relationships/image" Target="../media/image2.emf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5.xml"/><Relationship Id="rId5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4.xml"/><Relationship Id="rId19" Type="http://schemas.openxmlformats.org/officeDocument/2006/relationships/image" Target="../media/image1.emf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8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emf"/><Relationship Id="rId3" Type="http://schemas.openxmlformats.org/officeDocument/2006/relationships/slideLayout" Target="../slideLayouts/slideLayout24.xml"/><Relationship Id="rId7" Type="http://schemas.openxmlformats.org/officeDocument/2006/relationships/image" Target="../media/image1.emf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image" Target="../media/image2.emf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image" Target="../media/image1.emf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theme" Target="../theme/theme4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magine 10">
            <a:extLst>
              <a:ext uri="{FF2B5EF4-FFF2-40B4-BE49-F238E27FC236}">
                <a16:creationId xmlns:a16="http://schemas.microsoft.com/office/drawing/2014/main" id="{8B9BA92C-5ABA-0B40-BB5E-F9D47C09D17E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3069858" y="304508"/>
            <a:ext cx="950942" cy="622800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DE95BA30-7172-FD43-A770-F0CAA496FF56}"/>
              </a:ext>
            </a:extLst>
          </p:cNvPr>
          <p:cNvSpPr txBox="1"/>
          <p:nvPr userDrawn="1"/>
        </p:nvSpPr>
        <p:spPr>
          <a:xfrm>
            <a:off x="609600" y="7846821"/>
            <a:ext cx="4937125" cy="15388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-5" normalizeH="0" baseline="0" noProof="0" dirty="0">
                <a:ln>
                  <a:noFill/>
                </a:ln>
                <a:solidFill>
                  <a:srgbClr val="6A6A69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BOTTERO </a:t>
            </a:r>
            <a:r>
              <a:rPr kumimoji="0" lang="en" sz="1000" b="0" i="0" u="none" strike="noStrike" kern="1200" cap="none" spc="15" normalizeH="0" baseline="0" noProof="0" dirty="0">
                <a:ln>
                  <a:noFill/>
                </a:ln>
                <a:solidFill>
                  <a:srgbClr val="6A6A69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S.p.A. </a:t>
            </a: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srgbClr val="6A6A69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- </a:t>
            </a:r>
            <a:r>
              <a:rPr kumimoji="0" lang="en" sz="1000" b="0" i="0" u="none" strike="noStrike" kern="1200" cap="none" spc="-5" normalizeH="0" baseline="0" noProof="0" dirty="0">
                <a:ln>
                  <a:noFill/>
                </a:ln>
                <a:solidFill>
                  <a:srgbClr val="6A6A69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All Rights</a:t>
            </a:r>
            <a:r>
              <a:rPr kumimoji="0" lang="en" sz="1000" b="0" i="0" u="none" strike="noStrike" kern="1200" cap="none" spc="-114" normalizeH="0" baseline="0" noProof="0" dirty="0">
                <a:ln>
                  <a:noFill/>
                </a:ln>
                <a:solidFill>
                  <a:srgbClr val="6A6A69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 </a:t>
            </a:r>
            <a:r>
              <a:rPr kumimoji="0" lang="en" sz="1000" b="0" i="0" u="none" strike="noStrike" kern="1200" cap="none" spc="-5" normalizeH="0" baseline="0" noProof="0" dirty="0">
                <a:ln>
                  <a:noFill/>
                </a:ln>
                <a:solidFill>
                  <a:srgbClr val="6A6A69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Reserved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6CC6AF91-F891-4AA0-98F6-676174F483ED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3052496" y="7826371"/>
            <a:ext cx="962612" cy="194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7707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3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92">
          <p15:clr>
            <a:srgbClr val="F26B43"/>
          </p15:clr>
        </p15:guide>
        <p15:guide id="2" pos="384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magine 10">
            <a:extLst>
              <a:ext uri="{FF2B5EF4-FFF2-40B4-BE49-F238E27FC236}">
                <a16:creationId xmlns:a16="http://schemas.microsoft.com/office/drawing/2014/main" id="{8B9BA92C-5ABA-0B40-BB5E-F9D47C09D17E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13069858" y="304508"/>
            <a:ext cx="950942" cy="622800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DE95BA30-7172-FD43-A770-F0CAA496FF56}"/>
              </a:ext>
            </a:extLst>
          </p:cNvPr>
          <p:cNvSpPr txBox="1"/>
          <p:nvPr userDrawn="1"/>
        </p:nvSpPr>
        <p:spPr>
          <a:xfrm>
            <a:off x="609600" y="7846821"/>
            <a:ext cx="4937125" cy="15388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-5" normalizeH="0" baseline="0" noProof="0" dirty="0">
                <a:ln>
                  <a:noFill/>
                </a:ln>
                <a:solidFill>
                  <a:srgbClr val="6A6A69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BOTTERO </a:t>
            </a:r>
            <a:r>
              <a:rPr kumimoji="0" lang="en" sz="1000" b="0" i="0" u="none" strike="noStrike" kern="1200" cap="none" spc="15" normalizeH="0" baseline="0" noProof="0" dirty="0">
                <a:ln>
                  <a:noFill/>
                </a:ln>
                <a:solidFill>
                  <a:srgbClr val="6A6A69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S.p.A. </a:t>
            </a: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srgbClr val="6A6A69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- </a:t>
            </a:r>
            <a:r>
              <a:rPr kumimoji="0" lang="en" sz="1000" b="0" i="0" u="none" strike="noStrike" kern="1200" cap="none" spc="-5" normalizeH="0" baseline="0" noProof="0" dirty="0">
                <a:ln>
                  <a:noFill/>
                </a:ln>
                <a:solidFill>
                  <a:srgbClr val="6A6A69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All Rights</a:t>
            </a:r>
            <a:r>
              <a:rPr kumimoji="0" lang="en" sz="1000" b="0" i="0" u="none" strike="noStrike" kern="1200" cap="none" spc="-114" normalizeH="0" baseline="0" noProof="0" dirty="0">
                <a:ln>
                  <a:noFill/>
                </a:ln>
                <a:solidFill>
                  <a:srgbClr val="6A6A69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 </a:t>
            </a:r>
            <a:r>
              <a:rPr kumimoji="0" lang="en" sz="1000" b="0" i="0" u="none" strike="noStrike" kern="1200" cap="none" spc="-5" normalizeH="0" baseline="0" noProof="0" dirty="0">
                <a:ln>
                  <a:noFill/>
                </a:ln>
                <a:solidFill>
                  <a:srgbClr val="6A6A69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Reserved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6CC6AF91-F891-4AA0-98F6-676174F483ED}"/>
              </a:ext>
            </a:extLst>
          </p:cNvPr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13052496" y="7826371"/>
            <a:ext cx="962612" cy="194787"/>
          </a:xfrm>
          <a:prstGeom prst="rect">
            <a:avLst/>
          </a:prstGeom>
        </p:spPr>
      </p:pic>
      <p:sp>
        <p:nvSpPr>
          <p:cNvPr id="5" name="object 2">
            <a:extLst>
              <a:ext uri="{FF2B5EF4-FFF2-40B4-BE49-F238E27FC236}">
                <a16:creationId xmlns:a16="http://schemas.microsoft.com/office/drawing/2014/main" id="{96E4F573-4840-4ABE-A0F2-3D67184609AD}"/>
              </a:ext>
            </a:extLst>
          </p:cNvPr>
          <p:cNvSpPr/>
          <p:nvPr userDrawn="1"/>
        </p:nvSpPr>
        <p:spPr>
          <a:xfrm>
            <a:off x="0" y="1219200"/>
            <a:ext cx="14630400" cy="6438900"/>
          </a:xfrm>
          <a:custGeom>
            <a:avLst/>
            <a:gdLst/>
            <a:ahLst/>
            <a:cxnLst/>
            <a:rect l="l" t="t" r="r" b="b"/>
            <a:pathLst>
              <a:path w="14630400" h="6438900">
                <a:moveTo>
                  <a:pt x="0" y="6438900"/>
                </a:moveTo>
                <a:lnTo>
                  <a:pt x="14630400" y="6438900"/>
                </a:lnTo>
                <a:lnTo>
                  <a:pt x="14630400" y="0"/>
                </a:lnTo>
                <a:lnTo>
                  <a:pt x="0" y="0"/>
                </a:lnTo>
                <a:lnTo>
                  <a:pt x="0" y="643890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23033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  <p:sldLayoutId id="2147483695" r:id="rId13"/>
    <p:sldLayoutId id="2147483696" r:id="rId14"/>
    <p:sldLayoutId id="2147483697" r:id="rId15"/>
    <p:sldLayoutId id="2147483718" r:id="rId16"/>
    <p:sldLayoutId id="2147483721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92">
          <p15:clr>
            <a:srgbClr val="F26B43"/>
          </p15:clr>
        </p15:guide>
        <p15:guide id="2" pos="384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>
            <a:extLst>
              <a:ext uri="{FF2B5EF4-FFF2-40B4-BE49-F238E27FC236}">
                <a16:creationId xmlns:a16="http://schemas.microsoft.com/office/drawing/2014/main" id="{B16319FD-FEAE-4AC3-A404-2D2877110BB5}"/>
              </a:ext>
            </a:extLst>
          </p:cNvPr>
          <p:cNvSpPr/>
          <p:nvPr userDrawn="1"/>
        </p:nvSpPr>
        <p:spPr>
          <a:xfrm>
            <a:off x="0" y="1219200"/>
            <a:ext cx="14630400" cy="6438900"/>
          </a:xfrm>
          <a:custGeom>
            <a:avLst/>
            <a:gdLst/>
            <a:ahLst/>
            <a:cxnLst/>
            <a:rect l="l" t="t" r="r" b="b"/>
            <a:pathLst>
              <a:path w="14630400" h="6438900">
                <a:moveTo>
                  <a:pt x="0" y="6438900"/>
                </a:moveTo>
                <a:lnTo>
                  <a:pt x="14630400" y="6438900"/>
                </a:lnTo>
                <a:lnTo>
                  <a:pt x="14630400" y="0"/>
                </a:lnTo>
                <a:lnTo>
                  <a:pt x="0" y="0"/>
                </a:lnTo>
                <a:lnTo>
                  <a:pt x="0" y="643890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3">
            <a:extLst>
              <a:ext uri="{FF2B5EF4-FFF2-40B4-BE49-F238E27FC236}">
                <a16:creationId xmlns:a16="http://schemas.microsoft.com/office/drawing/2014/main" id="{C0A962BA-6B93-4A01-8607-A4D540FD681F}"/>
              </a:ext>
            </a:extLst>
          </p:cNvPr>
          <p:cNvSpPr/>
          <p:nvPr userDrawn="1"/>
        </p:nvSpPr>
        <p:spPr>
          <a:xfrm>
            <a:off x="0" y="7195576"/>
            <a:ext cx="14630400" cy="1034415"/>
          </a:xfrm>
          <a:custGeom>
            <a:avLst/>
            <a:gdLst/>
            <a:ahLst/>
            <a:cxnLst/>
            <a:rect l="l" t="t" r="r" b="b"/>
            <a:pathLst>
              <a:path w="14630400" h="1034415">
                <a:moveTo>
                  <a:pt x="14630400" y="0"/>
                </a:moveTo>
                <a:lnTo>
                  <a:pt x="14578538" y="21168"/>
                </a:lnTo>
                <a:lnTo>
                  <a:pt x="14536283" y="37862"/>
                </a:lnTo>
                <a:lnTo>
                  <a:pt x="14493671" y="54238"/>
                </a:lnTo>
                <a:lnTo>
                  <a:pt x="14450702" y="70296"/>
                </a:lnTo>
                <a:lnTo>
                  <a:pt x="14407377" y="86036"/>
                </a:lnTo>
                <a:lnTo>
                  <a:pt x="14363694" y="101459"/>
                </a:lnTo>
                <a:lnTo>
                  <a:pt x="14319654" y="116564"/>
                </a:lnTo>
                <a:lnTo>
                  <a:pt x="14230504" y="145820"/>
                </a:lnTo>
                <a:lnTo>
                  <a:pt x="14139925" y="173805"/>
                </a:lnTo>
                <a:lnTo>
                  <a:pt x="14047919" y="200518"/>
                </a:lnTo>
                <a:lnTo>
                  <a:pt x="13954484" y="225959"/>
                </a:lnTo>
                <a:lnTo>
                  <a:pt x="13859621" y="250129"/>
                </a:lnTo>
                <a:lnTo>
                  <a:pt x="13763330" y="273028"/>
                </a:lnTo>
                <a:lnTo>
                  <a:pt x="13665611" y="294654"/>
                </a:lnTo>
                <a:lnTo>
                  <a:pt x="13566463" y="315009"/>
                </a:lnTo>
                <a:lnTo>
                  <a:pt x="13465887" y="334092"/>
                </a:lnTo>
                <a:lnTo>
                  <a:pt x="13363882" y="351903"/>
                </a:lnTo>
                <a:lnTo>
                  <a:pt x="13260449" y="368443"/>
                </a:lnTo>
                <a:lnTo>
                  <a:pt x="13155587" y="383710"/>
                </a:lnTo>
                <a:lnTo>
                  <a:pt x="13049296" y="397706"/>
                </a:lnTo>
                <a:lnTo>
                  <a:pt x="12887180" y="416314"/>
                </a:lnTo>
                <a:lnTo>
                  <a:pt x="12721850" y="432059"/>
                </a:lnTo>
                <a:lnTo>
                  <a:pt x="12553305" y="444942"/>
                </a:lnTo>
                <a:lnTo>
                  <a:pt x="12381544" y="454963"/>
                </a:lnTo>
                <a:lnTo>
                  <a:pt x="12206567" y="462121"/>
                </a:lnTo>
                <a:lnTo>
                  <a:pt x="12028375" y="466416"/>
                </a:lnTo>
                <a:lnTo>
                  <a:pt x="11846966" y="467847"/>
                </a:lnTo>
                <a:lnTo>
                  <a:pt x="0" y="467847"/>
                </a:lnTo>
                <a:lnTo>
                  <a:pt x="0" y="1034023"/>
                </a:lnTo>
                <a:lnTo>
                  <a:pt x="14630400" y="1034023"/>
                </a:lnTo>
                <a:lnTo>
                  <a:pt x="146304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37C0CBA8-73D1-6946-A35D-A01AF414D402}"/>
              </a:ext>
            </a:extLst>
          </p:cNvPr>
          <p:cNvSpPr txBox="1"/>
          <p:nvPr userDrawn="1"/>
        </p:nvSpPr>
        <p:spPr>
          <a:xfrm>
            <a:off x="609600" y="7846821"/>
            <a:ext cx="4937125" cy="15388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-5" normalizeH="0" baseline="0" noProof="0" dirty="0">
                <a:ln>
                  <a:noFill/>
                </a:ln>
                <a:solidFill>
                  <a:srgbClr val="6A6A69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BOTTERO </a:t>
            </a:r>
            <a:r>
              <a:rPr kumimoji="0" lang="en" sz="1000" b="0" i="0" u="none" strike="noStrike" kern="1200" cap="none" spc="15" normalizeH="0" baseline="0" noProof="0" dirty="0">
                <a:ln>
                  <a:noFill/>
                </a:ln>
                <a:solidFill>
                  <a:srgbClr val="6A6A69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S.p.A. </a:t>
            </a: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srgbClr val="6A6A69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- </a:t>
            </a:r>
            <a:r>
              <a:rPr kumimoji="0" lang="en" sz="1000" b="0" i="0" u="none" strike="noStrike" kern="1200" cap="none" spc="-5" normalizeH="0" baseline="0" noProof="0" dirty="0">
                <a:ln>
                  <a:noFill/>
                </a:ln>
                <a:solidFill>
                  <a:srgbClr val="6A6A69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All Rights</a:t>
            </a:r>
            <a:r>
              <a:rPr kumimoji="0" lang="en" sz="1000" b="0" i="0" u="none" strike="noStrike" kern="1200" cap="none" spc="-114" normalizeH="0" baseline="0" noProof="0" dirty="0">
                <a:ln>
                  <a:noFill/>
                </a:ln>
                <a:solidFill>
                  <a:srgbClr val="6A6A69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 </a:t>
            </a:r>
            <a:r>
              <a:rPr kumimoji="0" lang="en" sz="1000" b="0" i="0" u="none" strike="noStrike" kern="1200" cap="none" spc="-5" normalizeH="0" baseline="0" noProof="0" dirty="0">
                <a:ln>
                  <a:noFill/>
                </a:ln>
                <a:solidFill>
                  <a:srgbClr val="6A6A69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Reserved</a:t>
            </a:r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97EA332F-A858-426C-8232-623BA788C6B1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3069858" y="304508"/>
            <a:ext cx="950942" cy="622800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9744FAFC-046E-48EE-AE7B-BC184DC18A7D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3052496" y="7826371"/>
            <a:ext cx="962612" cy="194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263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19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3FF9B922-CF5C-7445-87B5-08DD17C52E89}"/>
              </a:ext>
            </a:extLst>
          </p:cNvPr>
          <p:cNvSpPr txBox="1"/>
          <p:nvPr userDrawn="1"/>
        </p:nvSpPr>
        <p:spPr>
          <a:xfrm>
            <a:off x="609600" y="7846821"/>
            <a:ext cx="4937125" cy="15388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-5" normalizeH="0" baseline="0" noProof="0" dirty="0">
                <a:ln>
                  <a:noFill/>
                </a:ln>
                <a:solidFill>
                  <a:srgbClr val="6A6A69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BOTTERO </a:t>
            </a:r>
            <a:r>
              <a:rPr kumimoji="0" lang="en" sz="1000" b="0" i="0" u="none" strike="noStrike" kern="1200" cap="none" spc="15" normalizeH="0" baseline="0" noProof="0" dirty="0">
                <a:ln>
                  <a:noFill/>
                </a:ln>
                <a:solidFill>
                  <a:srgbClr val="6A6A69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S.p.A. </a:t>
            </a: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srgbClr val="6A6A69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- </a:t>
            </a:r>
            <a:r>
              <a:rPr kumimoji="0" lang="en" sz="1000" b="0" i="0" u="none" strike="noStrike" kern="1200" cap="none" spc="-5" normalizeH="0" baseline="0" noProof="0" dirty="0">
                <a:ln>
                  <a:noFill/>
                </a:ln>
                <a:solidFill>
                  <a:srgbClr val="6A6A69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All Rights</a:t>
            </a:r>
            <a:r>
              <a:rPr kumimoji="0" lang="en" sz="1000" b="0" i="0" u="none" strike="noStrike" kern="1200" cap="none" spc="-114" normalizeH="0" baseline="0" noProof="0" dirty="0">
                <a:ln>
                  <a:noFill/>
                </a:ln>
                <a:solidFill>
                  <a:srgbClr val="6A6A69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 </a:t>
            </a:r>
            <a:r>
              <a:rPr kumimoji="0" lang="en" sz="1000" b="0" i="0" u="none" strike="noStrike" kern="1200" cap="none" spc="-5" normalizeH="0" baseline="0" noProof="0" dirty="0">
                <a:ln>
                  <a:noFill/>
                </a:ln>
                <a:solidFill>
                  <a:srgbClr val="6A6A69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Reserved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3C1C6291-A3D1-42E5-BE65-3E060F9DCD70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13069858" y="304508"/>
            <a:ext cx="950942" cy="622800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712567B5-AB20-4217-8538-CF31C53291F7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3052496" y="7826371"/>
            <a:ext cx="962612" cy="194787"/>
          </a:xfrm>
          <a:prstGeom prst="rect">
            <a:avLst/>
          </a:prstGeom>
        </p:spPr>
      </p:pic>
      <p:sp>
        <p:nvSpPr>
          <p:cNvPr id="7" name="object 3">
            <a:extLst>
              <a:ext uri="{FF2B5EF4-FFF2-40B4-BE49-F238E27FC236}">
                <a16:creationId xmlns:a16="http://schemas.microsoft.com/office/drawing/2014/main" id="{08122872-6EFE-4B21-B4F8-69CE79EE2B2D}"/>
              </a:ext>
            </a:extLst>
          </p:cNvPr>
          <p:cNvSpPr/>
          <p:nvPr userDrawn="1"/>
        </p:nvSpPr>
        <p:spPr>
          <a:xfrm>
            <a:off x="-24714" y="0"/>
            <a:ext cx="12679045" cy="8229600"/>
          </a:xfrm>
          <a:custGeom>
            <a:avLst/>
            <a:gdLst/>
            <a:ahLst/>
            <a:cxnLst/>
            <a:rect l="l" t="t" r="r" b="b"/>
            <a:pathLst>
              <a:path w="12679045" h="8229600">
                <a:moveTo>
                  <a:pt x="12651346" y="0"/>
                </a:moveTo>
                <a:lnTo>
                  <a:pt x="0" y="0"/>
                </a:lnTo>
                <a:lnTo>
                  <a:pt x="0" y="8229600"/>
                </a:lnTo>
                <a:lnTo>
                  <a:pt x="11834347" y="8229600"/>
                </a:lnTo>
                <a:lnTo>
                  <a:pt x="12579958" y="2257201"/>
                </a:lnTo>
                <a:lnTo>
                  <a:pt x="12586744" y="2202004"/>
                </a:lnTo>
                <a:lnTo>
                  <a:pt x="12593289" y="2146982"/>
                </a:lnTo>
                <a:lnTo>
                  <a:pt x="12599594" y="2092135"/>
                </a:lnTo>
                <a:lnTo>
                  <a:pt x="12605658" y="2037463"/>
                </a:lnTo>
                <a:lnTo>
                  <a:pt x="12611481" y="1982966"/>
                </a:lnTo>
                <a:lnTo>
                  <a:pt x="12617064" y="1928644"/>
                </a:lnTo>
                <a:lnTo>
                  <a:pt x="12622406" y="1874497"/>
                </a:lnTo>
                <a:lnTo>
                  <a:pt x="12627507" y="1820525"/>
                </a:lnTo>
                <a:lnTo>
                  <a:pt x="12632368" y="1766728"/>
                </a:lnTo>
                <a:lnTo>
                  <a:pt x="12636988" y="1713106"/>
                </a:lnTo>
                <a:lnTo>
                  <a:pt x="12641367" y="1659660"/>
                </a:lnTo>
                <a:lnTo>
                  <a:pt x="12645506" y="1606388"/>
                </a:lnTo>
                <a:lnTo>
                  <a:pt x="12649404" y="1553291"/>
                </a:lnTo>
                <a:lnTo>
                  <a:pt x="12653061" y="1500369"/>
                </a:lnTo>
                <a:lnTo>
                  <a:pt x="12656478" y="1447622"/>
                </a:lnTo>
                <a:lnTo>
                  <a:pt x="12659654" y="1395050"/>
                </a:lnTo>
                <a:lnTo>
                  <a:pt x="12662590" y="1342654"/>
                </a:lnTo>
                <a:lnTo>
                  <a:pt x="12665284" y="1290432"/>
                </a:lnTo>
                <a:lnTo>
                  <a:pt x="12667739" y="1238385"/>
                </a:lnTo>
                <a:lnTo>
                  <a:pt x="12669952" y="1186513"/>
                </a:lnTo>
                <a:lnTo>
                  <a:pt x="12671925" y="1134816"/>
                </a:lnTo>
                <a:lnTo>
                  <a:pt x="12673658" y="1083295"/>
                </a:lnTo>
                <a:lnTo>
                  <a:pt x="12675150" y="1031948"/>
                </a:lnTo>
                <a:lnTo>
                  <a:pt x="12676401" y="980776"/>
                </a:lnTo>
                <a:lnTo>
                  <a:pt x="12677411" y="929779"/>
                </a:lnTo>
                <a:lnTo>
                  <a:pt x="12678181" y="878957"/>
                </a:lnTo>
                <a:lnTo>
                  <a:pt x="12678711" y="828310"/>
                </a:lnTo>
                <a:lnTo>
                  <a:pt x="12679000" y="777838"/>
                </a:lnTo>
                <a:lnTo>
                  <a:pt x="12679048" y="727542"/>
                </a:lnTo>
                <a:lnTo>
                  <a:pt x="12678856" y="677420"/>
                </a:lnTo>
                <a:lnTo>
                  <a:pt x="12678423" y="627473"/>
                </a:lnTo>
                <a:lnTo>
                  <a:pt x="12677749" y="577701"/>
                </a:lnTo>
                <a:lnTo>
                  <a:pt x="12676835" y="528104"/>
                </a:lnTo>
                <a:lnTo>
                  <a:pt x="12675681" y="478682"/>
                </a:lnTo>
                <a:lnTo>
                  <a:pt x="12674285" y="429435"/>
                </a:lnTo>
                <a:lnTo>
                  <a:pt x="12672650" y="380363"/>
                </a:lnTo>
                <a:lnTo>
                  <a:pt x="12670773" y="331466"/>
                </a:lnTo>
                <a:lnTo>
                  <a:pt x="12668657" y="282743"/>
                </a:lnTo>
                <a:lnTo>
                  <a:pt x="12666299" y="234196"/>
                </a:lnTo>
                <a:lnTo>
                  <a:pt x="12663701" y="185824"/>
                </a:lnTo>
                <a:lnTo>
                  <a:pt x="12660863" y="137627"/>
                </a:lnTo>
                <a:lnTo>
                  <a:pt x="12657784" y="89605"/>
                </a:lnTo>
                <a:lnTo>
                  <a:pt x="12654464" y="41757"/>
                </a:lnTo>
                <a:lnTo>
                  <a:pt x="12651346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98738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  <p:sldLayoutId id="2147483712" r:id="rId9"/>
    <p:sldLayoutId id="2147483720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iemens.com/en-us/company/insights/digital-transformation-industrial-copilot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iemens.com/en-us/company/insights/digital-transformation-industrial-copilot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8.png"/><Relationship Id="rId4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86C7924F-E555-F643-A11A-7CA5BA56D77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54050" y="-1244356"/>
            <a:ext cx="10483850" cy="5215396"/>
          </a:xfrm>
        </p:spPr>
        <p:txBody>
          <a:bodyPr/>
          <a:lstStyle/>
          <a:p>
            <a:r>
              <a:rPr lang="en-GB" sz="4800" dirty="0"/>
              <a:t>Bottero Glass‑Assist AI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90BD0AD-45E1-C045-987B-C549B6E234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550" y="4258561"/>
            <a:ext cx="9274629" cy="1913639"/>
          </a:xfrm>
        </p:spPr>
        <p:txBody>
          <a:bodyPr lIns="0" tIns="0" rIns="0" bIns="0" anchor="t"/>
          <a:lstStyle/>
          <a:p>
            <a:r>
              <a:rPr lang="en-GB" sz="2850" dirty="0">
                <a:latin typeface="Libre Franklin Light"/>
              </a:rPr>
              <a:t>Design review</a:t>
            </a:r>
          </a:p>
          <a:p>
            <a:r>
              <a:rPr lang="en-GB" sz="2850" dirty="0">
                <a:latin typeface="Libre Franklin Light"/>
              </a:rPr>
              <a:t>April 2026</a:t>
            </a:r>
          </a:p>
          <a:p>
            <a:endParaRPr lang="en-GB" sz="2880" dirty="0"/>
          </a:p>
          <a:p>
            <a:endParaRPr lang="en-GB" sz="2880" dirty="0"/>
          </a:p>
        </p:txBody>
      </p:sp>
    </p:spTree>
    <p:extLst>
      <p:ext uri="{BB962C8B-B14F-4D97-AF65-F5344CB8AC3E}">
        <p14:creationId xmlns:p14="http://schemas.microsoft.com/office/powerpoint/2010/main" val="30069723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5CD7B9F6-4331-9E4E-990D-B1A72DCF62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sz="2800" dirty="0"/>
              <a:t>✅ Decision Targets (Today)</a:t>
            </a:r>
          </a:p>
        </p:txBody>
      </p:sp>
      <p:sp>
        <p:nvSpPr>
          <p:cNvPr id="4" name="Shape 2674">
            <a:extLst>
              <a:ext uri="{FF2B5EF4-FFF2-40B4-BE49-F238E27FC236}">
                <a16:creationId xmlns:a16="http://schemas.microsoft.com/office/drawing/2014/main" id="{B423EF21-52F7-4629-AA9F-04070AD23E34}"/>
              </a:ext>
            </a:extLst>
          </p:cNvPr>
          <p:cNvSpPr/>
          <p:nvPr/>
        </p:nvSpPr>
        <p:spPr>
          <a:xfrm>
            <a:off x="589834" y="2239240"/>
            <a:ext cx="13380166" cy="60201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54862" tIns="54862" rIns="54862" bIns="54862">
            <a:spAutoFit/>
          </a:bodyPr>
          <a:lstStyle/>
          <a:p>
            <a:r>
              <a:rPr lang="it-IT" sz="2400" dirty="0">
                <a:latin typeface="Libre Franklin" pitchFamily="2" charset="0"/>
              </a:rPr>
              <a:t>🎯 Product scope</a:t>
            </a:r>
          </a:p>
          <a:p>
            <a:endParaRPr lang="it-IT" sz="2400" dirty="0">
              <a:latin typeface="Libre Franklin" pitchFamily="2" charset="0"/>
            </a:endParaRPr>
          </a:p>
          <a:p>
            <a:r>
              <a:rPr lang="en-GB" sz="2400" dirty="0"/>
              <a:t>🧭 </a:t>
            </a:r>
            <a:r>
              <a:rPr lang="it-IT" sz="2400" dirty="0">
                <a:latin typeface="Libre Franklin" pitchFamily="2" charset="0"/>
              </a:rPr>
              <a:t>Market </a:t>
            </a:r>
            <a:r>
              <a:rPr lang="it-IT" sz="2400" dirty="0" err="1">
                <a:latin typeface="Libre Franklin" pitchFamily="2" charset="0"/>
              </a:rPr>
              <a:t>analysis</a:t>
            </a:r>
            <a:r>
              <a:rPr lang="it-IT" sz="2400" dirty="0">
                <a:latin typeface="Libre Franklin" pitchFamily="2" charset="0"/>
              </a:rPr>
              <a:t> and </a:t>
            </a:r>
            <a:r>
              <a:rPr lang="en-GB" sz="2400" dirty="0"/>
              <a:t>🔎 </a:t>
            </a:r>
            <a:r>
              <a:rPr lang="it-IT" sz="2400" dirty="0">
                <a:latin typeface="Libre Franklin" pitchFamily="2" charset="0"/>
              </a:rPr>
              <a:t>Competitor </a:t>
            </a:r>
            <a:r>
              <a:rPr lang="it-IT" sz="2400" dirty="0" err="1">
                <a:latin typeface="Libre Franklin" pitchFamily="2" charset="0"/>
              </a:rPr>
              <a:t>analisys</a:t>
            </a:r>
            <a:endParaRPr lang="it-IT" sz="2400" dirty="0">
              <a:latin typeface="Libre Franklin" pitchFamily="2" charset="0"/>
            </a:endParaRPr>
          </a:p>
          <a:p>
            <a:endParaRPr lang="it-IT" sz="2400" dirty="0">
              <a:latin typeface="Libre Franklin" pitchFamily="2" charset="0"/>
            </a:endParaRPr>
          </a:p>
          <a:p>
            <a:r>
              <a:rPr lang="it-IT" sz="2400" dirty="0">
                <a:latin typeface="Libre Franklin" pitchFamily="2" charset="0"/>
              </a:rPr>
              <a:t>⚙️ General </a:t>
            </a:r>
            <a:r>
              <a:rPr lang="it-IT" sz="2400" dirty="0" err="1">
                <a:latin typeface="Libre Franklin" pitchFamily="2" charset="0"/>
              </a:rPr>
              <a:t>description</a:t>
            </a:r>
            <a:endParaRPr lang="it-IT" sz="2400" dirty="0">
              <a:latin typeface="Libre Franklin" pitchFamily="2" charset="0"/>
            </a:endParaRPr>
          </a:p>
          <a:p>
            <a:r>
              <a:rPr lang="it-IT" sz="2400" dirty="0">
                <a:latin typeface="Libre Franklin" pitchFamily="2" charset="0"/>
              </a:rPr>
              <a:t>                          	Building </a:t>
            </a:r>
            <a:r>
              <a:rPr lang="it-IT" sz="2400" dirty="0" err="1">
                <a:latin typeface="Libre Franklin" pitchFamily="2" charset="0"/>
              </a:rPr>
              <a:t>blocks</a:t>
            </a:r>
            <a:r>
              <a:rPr lang="it-IT" sz="2400" dirty="0">
                <a:latin typeface="Libre Franklin" pitchFamily="2" charset="0"/>
              </a:rPr>
              <a:t>,  high </a:t>
            </a:r>
            <a:r>
              <a:rPr lang="it-IT" sz="2400" dirty="0" err="1">
                <a:latin typeface="Libre Franklin" pitchFamily="2" charset="0"/>
              </a:rPr>
              <a:t>level</a:t>
            </a:r>
            <a:r>
              <a:rPr lang="it-IT" sz="2400" dirty="0">
                <a:latin typeface="Libre Franklin" pitchFamily="2" charset="0"/>
              </a:rPr>
              <a:t> bill of </a:t>
            </a:r>
            <a:r>
              <a:rPr lang="it-IT" sz="2400" dirty="0" err="1">
                <a:latin typeface="Libre Franklin" pitchFamily="2" charset="0"/>
              </a:rPr>
              <a:t>material</a:t>
            </a:r>
            <a:endParaRPr lang="it-IT" sz="2400" dirty="0">
              <a:latin typeface="Libre Franklin" pitchFamily="2" charset="0"/>
            </a:endParaRPr>
          </a:p>
          <a:p>
            <a:r>
              <a:rPr lang="it-IT" sz="2400" dirty="0">
                <a:latin typeface="Libre Franklin" pitchFamily="2" charset="0"/>
              </a:rPr>
              <a:t>	     </a:t>
            </a:r>
            <a:r>
              <a:rPr lang="en-GB" sz="2400" dirty="0"/>
              <a:t>🎯 </a:t>
            </a:r>
            <a:r>
              <a:rPr lang="it-IT" sz="2400" dirty="0" err="1">
                <a:latin typeface="Libre Franklin" pitchFamily="2" charset="0"/>
              </a:rPr>
              <a:t>Initiative</a:t>
            </a:r>
            <a:r>
              <a:rPr lang="it-IT" sz="2400" dirty="0">
                <a:latin typeface="Libre Franklin" pitchFamily="2" charset="0"/>
              </a:rPr>
              <a:t> scope,⚙️ Features</a:t>
            </a:r>
          </a:p>
          <a:p>
            <a:r>
              <a:rPr lang="it-IT" sz="2400" dirty="0">
                <a:latin typeface="Libre Franklin" pitchFamily="2" charset="0"/>
              </a:rPr>
              <a:t>🛡️ Safety &amp; cybersecurity guardrails + governance ownership</a:t>
            </a:r>
          </a:p>
          <a:p>
            <a:endParaRPr lang="it-IT" sz="2400" dirty="0">
              <a:latin typeface="Libre Franklin" pitchFamily="2" charset="0"/>
            </a:endParaRPr>
          </a:p>
          <a:p>
            <a:r>
              <a:rPr lang="it-IT" sz="2400" dirty="0">
                <a:latin typeface="Libre Franklin" pitchFamily="2" charset="0"/>
              </a:rPr>
              <a:t>🗓️ Pilot plan: </a:t>
            </a:r>
            <a:r>
              <a:rPr lang="it-IT" sz="2400" dirty="0" err="1">
                <a:latin typeface="Libre Franklin" pitchFamily="2" charset="0"/>
              </a:rPr>
              <a:t>Gantt</a:t>
            </a:r>
            <a:r>
              <a:rPr lang="it-IT" sz="2400" dirty="0">
                <a:latin typeface="Libre Franklin" pitchFamily="2" charset="0"/>
              </a:rPr>
              <a:t>, Milestones, </a:t>
            </a:r>
            <a:r>
              <a:rPr lang="it-IT" sz="2400" dirty="0" err="1">
                <a:latin typeface="Libre Franklin" pitchFamily="2" charset="0"/>
              </a:rPr>
              <a:t>Validation</a:t>
            </a:r>
            <a:r>
              <a:rPr lang="it-IT" sz="2400" dirty="0">
                <a:latin typeface="Libre Franklin" pitchFamily="2" charset="0"/>
              </a:rPr>
              <a:t> </a:t>
            </a:r>
            <a:r>
              <a:rPr lang="it-IT" sz="2400" dirty="0" err="1">
                <a:latin typeface="Libre Franklin" pitchFamily="2" charset="0"/>
              </a:rPr>
              <a:t>KPIs</a:t>
            </a:r>
            <a:r>
              <a:rPr lang="it-IT" sz="2400" dirty="0">
                <a:latin typeface="Libre Franklin" pitchFamily="2" charset="0"/>
              </a:rPr>
              <a:t> </a:t>
            </a:r>
          </a:p>
          <a:p>
            <a:endParaRPr lang="it-IT" sz="2400" dirty="0">
              <a:latin typeface="Libre Franklin" pitchFamily="2" charset="0"/>
            </a:endParaRPr>
          </a:p>
          <a:p>
            <a:r>
              <a:rPr lang="it-IT" sz="2400" dirty="0">
                <a:latin typeface="Libre Franklin" pitchFamily="2" charset="0"/>
              </a:rPr>
              <a:t>🧾 Business Model 💰Costs</a:t>
            </a:r>
          </a:p>
          <a:p>
            <a:endParaRPr lang="it-IT" sz="2400" dirty="0">
              <a:latin typeface="Libre Franklin" pitchFamily="2" charset="0"/>
            </a:endParaRPr>
          </a:p>
          <a:p>
            <a:endParaRPr lang="it-IT" sz="2400" dirty="0">
              <a:latin typeface="Libre Franklin" pitchFamily="2" charset="0"/>
            </a:endParaRPr>
          </a:p>
          <a:p>
            <a:endParaRPr lang="it-IT" sz="2400" dirty="0">
              <a:latin typeface="Libre Franklin" pitchFamily="2" charset="0"/>
            </a:endParaRPr>
          </a:p>
          <a:p>
            <a:endParaRPr lang="en-IN" sz="2400" dirty="0">
              <a:latin typeface="Libre Franklin" pitchFamily="2" charset="0"/>
            </a:endParaRPr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87463538-4A9E-DFAC-E4C9-425AA9D1455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it-IT" dirty="0" err="1"/>
              <a:t>We</a:t>
            </a:r>
            <a:r>
              <a:rPr lang="it-IT" dirty="0"/>
              <a:t> must </a:t>
            </a:r>
            <a:r>
              <a:rPr lang="it-IT" dirty="0" err="1"/>
              <a:t>align</a:t>
            </a:r>
            <a:r>
              <a:rPr lang="it-IT" dirty="0"/>
              <a:t> on</a:t>
            </a:r>
          </a:p>
        </p:txBody>
      </p:sp>
      <p:pic>
        <p:nvPicPr>
          <p:cNvPr id="1026" name="Picture 2" descr="lego_brick - Discord Emoji">
            <a:extLst>
              <a:ext uri="{FF2B5EF4-FFF2-40B4-BE49-F238E27FC236}">
                <a16:creationId xmlns:a16="http://schemas.microsoft.com/office/drawing/2014/main" id="{D365FFA6-5836-AA4F-7A69-A7F6209C97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8233" y="4113835"/>
            <a:ext cx="423441" cy="423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674">
            <a:extLst>
              <a:ext uri="{FF2B5EF4-FFF2-40B4-BE49-F238E27FC236}">
                <a16:creationId xmlns:a16="http://schemas.microsoft.com/office/drawing/2014/main" id="{B423EF21-52F7-4629-AA9F-04070AD23E34}"/>
              </a:ext>
            </a:extLst>
          </p:cNvPr>
          <p:cNvSpPr/>
          <p:nvPr/>
        </p:nvSpPr>
        <p:spPr>
          <a:xfrm>
            <a:off x="589834" y="2239240"/>
            <a:ext cx="13380166" cy="34347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54862" tIns="54862" rIns="54862" bIns="54862">
            <a:spAutoFit/>
          </a:bodyPr>
          <a:lstStyle/>
          <a:p>
            <a:r>
              <a:rPr lang="it-IT" sz="2400" dirty="0">
                <a:latin typeface="Libre Franklin" pitchFamily="2" charset="0"/>
              </a:rPr>
              <a:t>🎯 Approve MVP </a:t>
            </a:r>
            <a:r>
              <a:rPr lang="it-IT" sz="2400" dirty="0" err="1">
                <a:latin typeface="Libre Franklin" pitchFamily="2" charset="0"/>
              </a:rPr>
              <a:t>boundaries</a:t>
            </a:r>
            <a:r>
              <a:rPr lang="it-IT" sz="2400" dirty="0">
                <a:latin typeface="Libre Franklin" pitchFamily="2" charset="0"/>
              </a:rPr>
              <a:t> and key feature</a:t>
            </a:r>
          </a:p>
          <a:p>
            <a:endParaRPr lang="it-IT" sz="2400" dirty="0">
              <a:latin typeface="Libre Franklin" pitchFamily="2" charset="0"/>
            </a:endParaRPr>
          </a:p>
          <a:p>
            <a:r>
              <a:rPr lang="it-IT" sz="2400" dirty="0">
                <a:latin typeface="Libre Franklin" pitchFamily="2" charset="0"/>
              </a:rPr>
              <a:t>⚙️ Freeze reference architecture + deployment workflow (dataset packaging)</a:t>
            </a:r>
          </a:p>
          <a:p>
            <a:endParaRPr lang="it-IT" sz="2400" dirty="0">
              <a:latin typeface="Libre Franklin" pitchFamily="2" charset="0"/>
            </a:endParaRPr>
          </a:p>
          <a:p>
            <a:r>
              <a:rPr lang="it-IT" sz="2400" dirty="0">
                <a:latin typeface="Libre Franklin" pitchFamily="2" charset="0"/>
              </a:rPr>
              <a:t>🔌 Confirm integration path + 2027 Ready for market</a:t>
            </a:r>
          </a:p>
          <a:p>
            <a:endParaRPr lang="en-IN" sz="2400" dirty="0">
              <a:latin typeface="Libre Franklin" pitchFamily="2" charset="0"/>
            </a:endParaRPr>
          </a:p>
          <a:p>
            <a:r>
              <a:rPr lang="it-IT" sz="2400" dirty="0">
                <a:latin typeface="Libre Franklin" pitchFamily="2" charset="0"/>
              </a:rPr>
              <a:t>💶 Confirm cost model </a:t>
            </a:r>
            <a:r>
              <a:rPr lang="it-IT" sz="2400" dirty="0" err="1">
                <a:latin typeface="Libre Franklin" pitchFamily="2" charset="0"/>
              </a:rPr>
              <a:t>assumptions</a:t>
            </a:r>
            <a:r>
              <a:rPr lang="it-IT" sz="2400" dirty="0">
                <a:latin typeface="Libre Franklin" pitchFamily="2" charset="0"/>
              </a:rPr>
              <a:t> (capex and </a:t>
            </a:r>
            <a:r>
              <a:rPr lang="it-IT" sz="2400" dirty="0" err="1">
                <a:latin typeface="Libre Franklin" pitchFamily="2" charset="0"/>
              </a:rPr>
              <a:t>opex</a:t>
            </a:r>
            <a:r>
              <a:rPr lang="it-IT" sz="2400" dirty="0">
                <a:latin typeface="Libre Franklin" pitchFamily="2" charset="0"/>
              </a:rPr>
              <a:t> baseline)</a:t>
            </a:r>
          </a:p>
          <a:p>
            <a:endParaRPr lang="it-IT" sz="2400" dirty="0">
              <a:latin typeface="Libre Franklin" pitchFamily="2" charset="0"/>
            </a:endParaRPr>
          </a:p>
          <a:p>
            <a:r>
              <a:rPr lang="it-IT" sz="2400" dirty="0">
                <a:latin typeface="Libre Franklin" pitchFamily="2" charset="0"/>
              </a:rPr>
              <a:t>🔎 Competitor IP survey</a:t>
            </a:r>
            <a:endParaRPr lang="it-IT" sz="2400" dirty="0">
              <a:highlight>
                <a:srgbClr val="FFFF00"/>
              </a:highlight>
              <a:latin typeface="Libre Franklin" pitchFamily="2" charset="0"/>
            </a:endParaRP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5CD7B9F6-4331-9E4E-990D-B1A72DCF62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sz="2800" dirty="0"/>
              <a:t>✅ Decision Targets (Today)</a:t>
            </a:r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BA6D3D80-FA05-0DD8-6249-D35244FEE9C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09600" y="1447800"/>
            <a:ext cx="10297886" cy="636587"/>
          </a:xfrm>
        </p:spPr>
        <p:txBody>
          <a:bodyPr/>
          <a:lstStyle/>
          <a:p>
            <a:r>
              <a:rPr lang="it-IT" dirty="0" err="1"/>
              <a:t>What</a:t>
            </a:r>
            <a:r>
              <a:rPr lang="it-IT" dirty="0"/>
              <a:t> </a:t>
            </a:r>
            <a:r>
              <a:rPr lang="it-IT" dirty="0" err="1"/>
              <a:t>we</a:t>
            </a:r>
            <a:r>
              <a:rPr lang="it-IT" dirty="0"/>
              <a:t> </a:t>
            </a:r>
            <a:r>
              <a:rPr lang="it-IT" dirty="0" err="1"/>
              <a:t>need</a:t>
            </a:r>
            <a:r>
              <a:rPr lang="it-IT" dirty="0"/>
              <a:t> from </a:t>
            </a:r>
            <a:r>
              <a:rPr lang="it-IT" dirty="0" err="1"/>
              <a:t>this</a:t>
            </a:r>
            <a:r>
              <a:rPr lang="it-IT" dirty="0"/>
              <a:t> design review (</a:t>
            </a:r>
            <a:r>
              <a:rPr lang="it-IT" dirty="0" err="1"/>
              <a:t>outcome</a:t>
            </a:r>
            <a:r>
              <a:rPr lang="it-IT" dirty="0"/>
              <a:t>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674">
            <a:extLst>
              <a:ext uri="{FF2B5EF4-FFF2-40B4-BE49-F238E27FC236}">
                <a16:creationId xmlns:a16="http://schemas.microsoft.com/office/drawing/2014/main" id="{B423EF21-52F7-4629-AA9F-04070AD23E34}"/>
              </a:ext>
            </a:extLst>
          </p:cNvPr>
          <p:cNvSpPr/>
          <p:nvPr/>
        </p:nvSpPr>
        <p:spPr>
          <a:xfrm>
            <a:off x="589834" y="2239240"/>
            <a:ext cx="13380166" cy="41734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54862" tIns="54862" rIns="54862" bIns="54862">
            <a:spAutoFit/>
          </a:bodyPr>
          <a:lstStyle/>
          <a:p>
            <a:r>
              <a:rPr lang="it-IT" sz="2400" dirty="0">
                <a:latin typeface="Libre Franklin" pitchFamily="2" charset="0"/>
              </a:rPr>
              <a:t>0–5′ Context &amp; objectives</a:t>
            </a:r>
          </a:p>
          <a:p>
            <a:endParaRPr lang="it-IT" sz="2400" dirty="0">
              <a:latin typeface="Libre Franklin" pitchFamily="2" charset="0"/>
            </a:endParaRPr>
          </a:p>
          <a:p>
            <a:r>
              <a:rPr lang="it-IT" sz="2400" dirty="0">
                <a:latin typeface="Libre Franklin" pitchFamily="2" charset="0"/>
              </a:rPr>
              <a:t>5–15′ Market need + product concept</a:t>
            </a:r>
          </a:p>
          <a:p>
            <a:endParaRPr lang="it-IT" sz="2400" dirty="0">
              <a:latin typeface="Libre Franklin" pitchFamily="2" charset="0"/>
            </a:endParaRPr>
          </a:p>
          <a:p>
            <a:r>
              <a:rPr lang="it-IT" sz="2400" dirty="0">
                <a:latin typeface="Libre Franklin" pitchFamily="2" charset="0"/>
              </a:rPr>
              <a:t>15–35′ MVP scope + architecture + data/connectivity</a:t>
            </a:r>
          </a:p>
          <a:p>
            <a:endParaRPr lang="en-IN" sz="2400" dirty="0">
              <a:latin typeface="Libre Franklin" pitchFamily="2" charset="0"/>
            </a:endParaRPr>
          </a:p>
          <a:p>
            <a:r>
              <a:rPr lang="it-IT" sz="2400" dirty="0">
                <a:latin typeface="Libre Franklin" pitchFamily="2" charset="0"/>
              </a:rPr>
              <a:t>35–50′ Safety/cyber guardrails + HW/network segregation</a:t>
            </a:r>
          </a:p>
          <a:p>
            <a:endParaRPr lang="en-IN" sz="2400" dirty="0">
              <a:latin typeface="Libre Franklin" pitchFamily="2" charset="0"/>
            </a:endParaRPr>
          </a:p>
          <a:p>
            <a:r>
              <a:rPr lang="it-IT" sz="2400" dirty="0">
                <a:latin typeface="Libre Franklin" pitchFamily="2" charset="0"/>
              </a:rPr>
              <a:t>50–60′ Timeline, cost model, org &amp; stage gates</a:t>
            </a:r>
          </a:p>
          <a:p>
            <a:endParaRPr lang="it-IT" sz="2400" dirty="0">
              <a:latin typeface="Libre Franklin" pitchFamily="2" charset="0"/>
            </a:endParaRPr>
          </a:p>
          <a:p>
            <a:r>
              <a:rPr lang="it-IT" sz="2400" dirty="0">
                <a:latin typeface="Libre Franklin"/>
              </a:rPr>
              <a:t>61’</a:t>
            </a:r>
            <a:r>
              <a:rPr sz="2400" dirty="0">
                <a:latin typeface="Libre Franklin"/>
              </a:rPr>
              <a:t>–</a:t>
            </a:r>
            <a:r>
              <a:rPr lang="it-IT" sz="2400" dirty="0">
                <a:latin typeface="Libre Franklin"/>
              </a:rPr>
              <a:t>7</a:t>
            </a:r>
            <a:r>
              <a:rPr sz="2400" dirty="0">
                <a:latin typeface="Libre Franklin"/>
              </a:rPr>
              <a:t>0′ Decisions, open points, next steps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5CD7B9F6-4331-9E4E-990D-B1A72DCF62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sz="2800" dirty="0"/>
              <a:t>🗓️ Agenda (60 min)</a:t>
            </a:r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BD6A1BF8-64DF-A6BA-C703-E8C68148751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it-IT" dirty="0"/>
              <a:t>Time-</a:t>
            </a:r>
            <a:r>
              <a:rPr lang="it-IT" dirty="0" err="1"/>
              <a:t>boxed</a:t>
            </a:r>
            <a:r>
              <a:rPr lang="it-IT" dirty="0"/>
              <a:t> flow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975DB-63B1-5762-20A2-C62EC0D5D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674">
            <a:extLst>
              <a:ext uri="{FF2B5EF4-FFF2-40B4-BE49-F238E27FC236}">
                <a16:creationId xmlns:a16="http://schemas.microsoft.com/office/drawing/2014/main" id="{B12E0882-4195-737C-0054-A66381F153D2}"/>
              </a:ext>
            </a:extLst>
          </p:cNvPr>
          <p:cNvSpPr/>
          <p:nvPr/>
        </p:nvSpPr>
        <p:spPr>
          <a:xfrm>
            <a:off x="589834" y="2239240"/>
            <a:ext cx="13380166" cy="30654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54862" tIns="54862" rIns="54862" bIns="54862">
            <a:spAutoFit/>
          </a:bodyPr>
          <a:lstStyle/>
          <a:p>
            <a:r>
              <a:rPr lang="it-IT" sz="2400" dirty="0">
                <a:latin typeface="Libre Franklin" pitchFamily="2" charset="0"/>
              </a:rPr>
              <a:t>‘Glass‑Assist AI’ is a provisional name for the product.</a:t>
            </a:r>
          </a:p>
          <a:p>
            <a:endParaRPr lang="en-US" sz="2400" dirty="0">
              <a:latin typeface="Libre Franklin" pitchFamily="2" charset="0"/>
            </a:endParaRPr>
          </a:p>
          <a:p>
            <a:r>
              <a:rPr lang="en-US" sz="2400" dirty="0">
                <a:latin typeface="Libre Franklin" pitchFamily="2" charset="0"/>
              </a:rPr>
              <a:t>Glass-Assist AI is an on‑premise industrial copilot for troubleshooting and operational analysis on Bottero hollow glass equipment.</a:t>
            </a:r>
          </a:p>
          <a:p>
            <a:endParaRPr lang="it-IT" sz="2400" dirty="0">
              <a:latin typeface="Libre Franklin" pitchFamily="2" charset="0"/>
            </a:endParaRPr>
          </a:p>
          <a:p>
            <a:r>
              <a:rPr lang="it-IT" sz="2400" dirty="0">
                <a:latin typeface="Libre Franklin" pitchFamily="2" charset="0"/>
              </a:rPr>
              <a:t>Glass-Assist AI is intended both for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it-IT" sz="2400" dirty="0">
                <a:latin typeface="Libre Franklin" pitchFamily="2" charset="0"/>
              </a:rPr>
              <a:t>	customer-side </a:t>
            </a:r>
            <a:r>
              <a:rPr lang="en-US" sz="2400" dirty="0">
                <a:latin typeface="Libre Franklin" pitchFamily="2" charset="0"/>
              </a:rPr>
              <a:t>(Shopfloor): operators + Tier 2/3 maintenance</a:t>
            </a:r>
            <a:endParaRPr lang="it-IT" sz="2400" dirty="0">
              <a:latin typeface="Libre Franklin" pitchFamily="2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it-IT" sz="2400" dirty="0">
                <a:latin typeface="Libre Franklin" pitchFamily="2" charset="0"/>
              </a:rPr>
              <a:t>	</a:t>
            </a:r>
            <a:r>
              <a:rPr lang="it-IT" sz="2400" dirty="0" err="1">
                <a:latin typeface="Libre Franklin" pitchFamily="2" charset="0"/>
              </a:rPr>
              <a:t>internal</a:t>
            </a:r>
            <a:r>
              <a:rPr lang="it-IT" sz="2400" dirty="0">
                <a:latin typeface="Libre Franklin" pitchFamily="2" charset="0"/>
              </a:rPr>
              <a:t> Bottero (</a:t>
            </a:r>
            <a:r>
              <a:rPr lang="en-US" sz="2400" dirty="0">
                <a:latin typeface="Libre Franklin" pitchFamily="2" charset="0"/>
              </a:rPr>
              <a:t>Customer Service Companion): Tier 2/3 service engineers</a:t>
            </a:r>
            <a:endParaRPr lang="it-IT" sz="2400" dirty="0">
              <a:latin typeface="Libre Franklin" pitchFamily="2" charset="0"/>
            </a:endParaRP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AD09E2CC-0250-B643-C186-7ABBAF2D5D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sz="2800" dirty="0"/>
              <a:t>🎯 PURPOSE</a:t>
            </a:r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7D4FA214-78A8-F115-A6CA-CC04463866E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it-IT" dirty="0"/>
              <a:t>Product scope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961A533A-25DB-85E7-A976-8C63DC56685D}"/>
              </a:ext>
            </a:extLst>
          </p:cNvPr>
          <p:cNvSpPr txBox="1"/>
          <p:nvPr/>
        </p:nvSpPr>
        <p:spPr>
          <a:xfrm>
            <a:off x="7315200" y="7335694"/>
            <a:ext cx="7315200" cy="327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  <a:buNone/>
            </a:pPr>
            <a:r>
              <a:rPr lang="it-IT" sz="14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Libre Franklin" panose="00000500000000000000" pitchFamily="2" charset="0"/>
                <a:ea typeface="Calibri" panose="020F0502020204030204" pitchFamily="34" charset="0"/>
                <a:cs typeface="Arial" panose="020B0604020202020204" pitchFamily="34" charset="0"/>
              </a:rPr>
              <a:t>See «</a:t>
            </a:r>
            <a:r>
              <a:rPr lang="it-IT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Libre Franklin" panose="00000500000000000000" pitchFamily="2" charset="0"/>
                <a:ea typeface="Calibri" panose="020F0502020204030204" pitchFamily="34" charset="0"/>
                <a:cs typeface="Arial" panose="020B0604020202020204" pitchFamily="34" charset="0"/>
              </a:rPr>
              <a:t>1 PURPOSE</a:t>
            </a:r>
            <a:r>
              <a:rPr lang="it-IT" sz="14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Libre Franklin" panose="00000500000000000000" pitchFamily="2" charset="0"/>
                <a:ea typeface="Calibri" panose="020F0502020204030204" pitchFamily="34" charset="0"/>
                <a:cs typeface="Arial" panose="020B0604020202020204" pitchFamily="34" charset="0"/>
              </a:rPr>
              <a:t>»</a:t>
            </a:r>
            <a:endParaRPr lang="it-IT" sz="1400" dirty="0">
              <a:effectLst/>
              <a:latin typeface="Libre Franklin Light" panose="00000400000000000000" pitchFamily="2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30741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35E734-F895-A953-D525-22038530C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674">
            <a:extLst>
              <a:ext uri="{FF2B5EF4-FFF2-40B4-BE49-F238E27FC236}">
                <a16:creationId xmlns:a16="http://schemas.microsoft.com/office/drawing/2014/main" id="{22878283-B5C9-F682-6873-E39182D36F4C}"/>
              </a:ext>
            </a:extLst>
          </p:cNvPr>
          <p:cNvSpPr/>
          <p:nvPr/>
        </p:nvSpPr>
        <p:spPr>
          <a:xfrm>
            <a:off x="589834" y="2239240"/>
            <a:ext cx="13380166" cy="2326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54862" tIns="54862" rIns="54862" bIns="54862">
            <a:spAutoFit/>
          </a:bodyPr>
          <a:lstStyle/>
          <a:p>
            <a:r>
              <a:rPr lang="en-US" sz="2400" b="1" dirty="0">
                <a:solidFill>
                  <a:srgbClr val="0698D6"/>
                </a:solidFill>
                <a:latin typeface="Libre Franklin" pitchFamily="2" charset="0"/>
              </a:rPr>
              <a:t>Customer‑side focus</a:t>
            </a:r>
            <a:endParaRPr lang="en-US" sz="2400" b="1" dirty="0">
              <a:latin typeface="Libre Franklin" pitchFamily="2" charset="0"/>
            </a:endParaRPr>
          </a:p>
          <a:p>
            <a:r>
              <a:rPr lang="it-IT" sz="2400" dirty="0">
                <a:latin typeface="Libre Franklin" pitchFamily="2" charset="0"/>
              </a:rPr>
              <a:t>📖 </a:t>
            </a:r>
            <a:r>
              <a:rPr lang="it-IT" sz="2400" dirty="0" err="1">
                <a:latin typeface="Libre Franklin" pitchFamily="2" charset="0"/>
              </a:rPr>
              <a:t>preservation</a:t>
            </a:r>
            <a:r>
              <a:rPr lang="it-IT" sz="2400" dirty="0">
                <a:latin typeface="Libre Franklin" pitchFamily="2" charset="0"/>
              </a:rPr>
              <a:t> of </a:t>
            </a:r>
            <a:r>
              <a:rPr lang="it-IT" sz="2400" dirty="0" err="1">
                <a:latin typeface="Libre Franklin" pitchFamily="2" charset="0"/>
              </a:rPr>
              <a:t>validated</a:t>
            </a:r>
            <a:r>
              <a:rPr lang="it-IT" sz="2400" dirty="0">
                <a:latin typeface="Libre Franklin" pitchFamily="2" charset="0"/>
              </a:rPr>
              <a:t> Bottero know‑how</a:t>
            </a:r>
            <a:endParaRPr lang="en-IN" sz="2400" dirty="0">
              <a:latin typeface="Libre Franklin" pitchFamily="2" charset="0"/>
            </a:endParaRPr>
          </a:p>
          <a:p>
            <a:r>
              <a:rPr lang="it-IT" sz="2400" dirty="0">
                <a:latin typeface="Libre Franklin" pitchFamily="2" charset="0"/>
              </a:rPr>
              <a:t>🌍 </a:t>
            </a:r>
            <a:r>
              <a:rPr lang="it-IT" sz="2400" dirty="0" err="1">
                <a:latin typeface="Libre Franklin" pitchFamily="2" charset="0"/>
              </a:rPr>
              <a:t>multilingual</a:t>
            </a:r>
            <a:r>
              <a:rPr lang="it-IT" sz="2400" dirty="0">
                <a:latin typeface="Libre Franklin" pitchFamily="2" charset="0"/>
              </a:rPr>
              <a:t> </a:t>
            </a:r>
            <a:r>
              <a:rPr lang="it-IT" sz="2400" dirty="0" err="1">
                <a:latin typeface="Libre Franklin" pitchFamily="2" charset="0"/>
              </a:rPr>
              <a:t>assistance</a:t>
            </a:r>
            <a:r>
              <a:rPr lang="it-IT" sz="2400" dirty="0">
                <a:latin typeface="Libre Franklin" pitchFamily="2" charset="0"/>
              </a:rPr>
              <a:t> </a:t>
            </a:r>
            <a:r>
              <a:rPr lang="it-IT" sz="2400" dirty="0" err="1">
                <a:latin typeface="Libre Franklin" pitchFamily="2" charset="0"/>
              </a:rPr>
              <a:t>at</a:t>
            </a:r>
            <a:r>
              <a:rPr lang="it-IT" sz="2400" dirty="0">
                <a:latin typeface="Libre Franklin" pitchFamily="2" charset="0"/>
              </a:rPr>
              <a:t> </a:t>
            </a:r>
            <a:r>
              <a:rPr lang="it-IT" sz="2400" dirty="0" err="1">
                <a:latin typeface="Libre Franklin" pitchFamily="2" charset="0"/>
              </a:rPr>
              <a:t>shopfloor</a:t>
            </a:r>
            <a:r>
              <a:rPr lang="it-IT" sz="2400" dirty="0">
                <a:latin typeface="Libre Franklin" pitchFamily="2" charset="0"/>
              </a:rPr>
              <a:t> </a:t>
            </a:r>
            <a:r>
              <a:rPr lang="it-IT" sz="2400" dirty="0" err="1">
                <a:latin typeface="Libre Franklin" pitchFamily="2" charset="0"/>
              </a:rPr>
              <a:t>level</a:t>
            </a:r>
            <a:endParaRPr lang="it-IT" sz="2400" dirty="0">
              <a:latin typeface="Libre Franklin" pitchFamily="2" charset="0"/>
            </a:endParaRPr>
          </a:p>
          <a:p>
            <a:r>
              <a:rPr lang="it-IT" sz="2400" dirty="0">
                <a:latin typeface="Libre Franklin" pitchFamily="2" charset="0"/>
              </a:rPr>
              <a:t>⚡ </a:t>
            </a:r>
            <a:r>
              <a:rPr lang="it-IT" sz="2400" dirty="0" err="1">
                <a:latin typeface="Libre Franklin" pitchFamily="2" charset="0"/>
              </a:rPr>
              <a:t>faster</a:t>
            </a:r>
            <a:r>
              <a:rPr lang="it-IT" sz="2400" dirty="0">
                <a:latin typeface="Libre Franklin" pitchFamily="2" charset="0"/>
              </a:rPr>
              <a:t> </a:t>
            </a:r>
            <a:r>
              <a:rPr lang="it-IT" sz="2400" dirty="0" err="1">
                <a:latin typeface="Libre Franklin" pitchFamily="2" charset="0"/>
              </a:rPr>
              <a:t>troubleshooting</a:t>
            </a:r>
            <a:endParaRPr lang="en-US" sz="2400" dirty="0">
              <a:latin typeface="Libre Franklin" pitchFamily="2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Libre Franklin" pitchFamily="2" charset="0"/>
              </a:rPr>
              <a:t>Supports HG product portfolio: IS machines, Stackers, Bottero Robots, HTH hoods (and approved peripherals)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1B61B3F5-4BC2-88AE-1366-CA74456D83F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sz="2800" dirty="0"/>
              <a:t>🎯 PURPOSE</a:t>
            </a:r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3AD6F4E6-AF26-7874-FF0C-5EB95D885E8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it-IT" dirty="0"/>
              <a:t>Key points</a:t>
            </a:r>
          </a:p>
        </p:txBody>
      </p:sp>
      <p:sp>
        <p:nvSpPr>
          <p:cNvPr id="2" name="Shape 2674">
            <a:extLst>
              <a:ext uri="{FF2B5EF4-FFF2-40B4-BE49-F238E27FC236}">
                <a16:creationId xmlns:a16="http://schemas.microsoft.com/office/drawing/2014/main" id="{E705A593-720B-3D1A-33F7-F1C4046567FC}"/>
              </a:ext>
            </a:extLst>
          </p:cNvPr>
          <p:cNvSpPr/>
          <p:nvPr/>
        </p:nvSpPr>
        <p:spPr>
          <a:xfrm>
            <a:off x="589834" y="4689180"/>
            <a:ext cx="13380166" cy="12187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54862" tIns="54862" rIns="54862" bIns="54862">
            <a:spAutoFit/>
          </a:bodyPr>
          <a:lstStyle/>
          <a:p>
            <a:r>
              <a:rPr lang="en-US" sz="2400" b="1" dirty="0">
                <a:solidFill>
                  <a:srgbClr val="0698D6"/>
                </a:solidFill>
                <a:latin typeface="Libre Franklin" pitchFamily="2" charset="0"/>
              </a:rPr>
              <a:t>Internal Bottero focus</a:t>
            </a:r>
          </a:p>
          <a:p>
            <a:r>
              <a:rPr lang="it-IT" sz="2400" dirty="0">
                <a:latin typeface="Libre Franklin" pitchFamily="2" charset="0"/>
              </a:rPr>
              <a:t>⚡ </a:t>
            </a:r>
            <a:r>
              <a:rPr lang="it-IT" sz="2400" dirty="0" err="1">
                <a:latin typeface="Libre Franklin" pitchFamily="2" charset="0"/>
              </a:rPr>
              <a:t>faster</a:t>
            </a:r>
            <a:r>
              <a:rPr lang="it-IT" sz="2400" dirty="0">
                <a:latin typeface="Libre Franklin" pitchFamily="2" charset="0"/>
              </a:rPr>
              <a:t> </a:t>
            </a:r>
            <a:r>
              <a:rPr lang="it-IT" sz="2400" dirty="0" err="1">
                <a:latin typeface="Libre Franklin" pitchFamily="2" charset="0"/>
              </a:rPr>
              <a:t>troubleshooting</a:t>
            </a:r>
            <a:endParaRPr lang="en-US" sz="2400" dirty="0">
              <a:solidFill>
                <a:srgbClr val="0698D6"/>
              </a:solidFill>
              <a:latin typeface="Libre Franklin" pitchFamily="2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Libre Franklin" pitchFamily="2" charset="0"/>
              </a:rPr>
              <a:t>Companion for technical analysis, case triage, and consistent troubleshooting support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297561EC-7A96-2CD2-1596-4830DC89FF14}"/>
              </a:ext>
            </a:extLst>
          </p:cNvPr>
          <p:cNvSpPr txBox="1"/>
          <p:nvPr/>
        </p:nvSpPr>
        <p:spPr>
          <a:xfrm>
            <a:off x="7315200" y="7335694"/>
            <a:ext cx="7315200" cy="327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  <a:buNone/>
            </a:pPr>
            <a:r>
              <a:rPr lang="it-IT" sz="14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Libre Franklin" panose="00000500000000000000" pitchFamily="2" charset="0"/>
                <a:ea typeface="Calibri" panose="020F0502020204030204" pitchFamily="34" charset="0"/>
                <a:cs typeface="Arial" panose="020B0604020202020204" pitchFamily="34" charset="0"/>
              </a:rPr>
              <a:t>See «</a:t>
            </a:r>
            <a:r>
              <a:rPr lang="it-IT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Libre Franklin" panose="00000500000000000000" pitchFamily="2" charset="0"/>
                <a:ea typeface="Calibri" panose="020F0502020204030204" pitchFamily="34" charset="0"/>
                <a:cs typeface="Arial" panose="020B0604020202020204" pitchFamily="34" charset="0"/>
              </a:rPr>
              <a:t>1 PURPOSE</a:t>
            </a:r>
            <a:r>
              <a:rPr lang="it-IT" sz="14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Libre Franklin" panose="00000500000000000000" pitchFamily="2" charset="0"/>
                <a:ea typeface="Calibri" panose="020F0502020204030204" pitchFamily="34" charset="0"/>
                <a:cs typeface="Arial" panose="020B0604020202020204" pitchFamily="34" charset="0"/>
              </a:rPr>
              <a:t>»</a:t>
            </a:r>
            <a:endParaRPr lang="it-IT" sz="1400" dirty="0">
              <a:effectLst/>
              <a:latin typeface="Libre Franklin Light" panose="00000400000000000000" pitchFamily="2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34271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5CD7B9F6-4331-9E4E-990D-B1A72DCF62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sz="2800" dirty="0"/>
              <a:t>🧭 Market requests</a:t>
            </a:r>
          </a:p>
        </p:txBody>
      </p:sp>
      <p:sp>
        <p:nvSpPr>
          <p:cNvPr id="4" name="Shape 2674">
            <a:extLst>
              <a:ext uri="{FF2B5EF4-FFF2-40B4-BE49-F238E27FC236}">
                <a16:creationId xmlns:a16="http://schemas.microsoft.com/office/drawing/2014/main" id="{B423EF21-52F7-4629-AA9F-04070AD23E34}"/>
              </a:ext>
            </a:extLst>
          </p:cNvPr>
          <p:cNvSpPr/>
          <p:nvPr/>
        </p:nvSpPr>
        <p:spPr>
          <a:xfrm>
            <a:off x="589834" y="2239240"/>
            <a:ext cx="13380166" cy="30654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54862" tIns="54862" rIns="54862" bIns="54862">
            <a:spAutoFit/>
          </a:bodyPr>
          <a:lstStyle/>
          <a:p>
            <a:r>
              <a:rPr lang="it-IT" sz="2400" dirty="0">
                <a:latin typeface="Libre Franklin" pitchFamily="2" charset="0"/>
              </a:rPr>
              <a:t>📣 The market requires: </a:t>
            </a:r>
          </a:p>
          <a:p>
            <a:endParaRPr lang="it-IT" sz="2400" dirty="0">
              <a:latin typeface="Libre Franklin" pitchFamily="2" charset="0"/>
            </a:endParaRPr>
          </a:p>
          <a:p>
            <a:r>
              <a:rPr lang="it-IT" sz="2400" dirty="0">
                <a:latin typeface="Libre Franklin" pitchFamily="2" charset="0"/>
              </a:rPr>
              <a:t>	</a:t>
            </a:r>
            <a:r>
              <a:rPr lang="it-IT" sz="2400" b="1" dirty="0">
                <a:solidFill>
                  <a:srgbClr val="0698D6"/>
                </a:solidFill>
                <a:latin typeface="Libre Franklin" pitchFamily="2" charset="0"/>
              </a:rPr>
              <a:t>⚡ Reduce </a:t>
            </a:r>
            <a:r>
              <a:rPr lang="it-IT" sz="2400" b="1" dirty="0" err="1">
                <a:solidFill>
                  <a:srgbClr val="0698D6"/>
                </a:solidFill>
                <a:latin typeface="Libre Franklin" pitchFamily="2" charset="0"/>
              </a:rPr>
              <a:t>downtime</a:t>
            </a:r>
            <a:r>
              <a:rPr lang="it-IT" sz="2400" b="1" dirty="0">
                <a:solidFill>
                  <a:srgbClr val="0698D6"/>
                </a:solidFill>
                <a:latin typeface="Libre Franklin" pitchFamily="2" charset="0"/>
              </a:rPr>
              <a:t> </a:t>
            </a:r>
            <a:r>
              <a:rPr lang="it-IT" sz="1600" dirty="0">
                <a:latin typeface="Libre Franklin" pitchFamily="2" charset="0"/>
              </a:rPr>
              <a:t>(</a:t>
            </a:r>
            <a:r>
              <a:rPr lang="it-IT" sz="1600" dirty="0" err="1">
                <a:latin typeface="Libre Franklin" pitchFamily="2" charset="0"/>
              </a:rPr>
              <a:t>faster</a:t>
            </a:r>
            <a:r>
              <a:rPr lang="it-IT" sz="1600" dirty="0">
                <a:latin typeface="Libre Franklin" pitchFamily="2" charset="0"/>
              </a:rPr>
              <a:t> </a:t>
            </a:r>
            <a:r>
              <a:rPr lang="it-IT" sz="1600" dirty="0" err="1">
                <a:latin typeface="Libre Franklin" pitchFamily="2" charset="0"/>
              </a:rPr>
              <a:t>troubleshooting</a:t>
            </a:r>
            <a:r>
              <a:rPr lang="it-IT" sz="1600" dirty="0">
                <a:latin typeface="Libre Franklin" pitchFamily="2" charset="0"/>
              </a:rPr>
              <a:t> / </a:t>
            </a:r>
            <a:r>
              <a:rPr lang="it-IT" sz="1600" dirty="0" err="1">
                <a:latin typeface="Libre Franklin" pitchFamily="2" charset="0"/>
              </a:rPr>
              <a:t>lower</a:t>
            </a:r>
            <a:r>
              <a:rPr lang="it-IT" sz="1600" dirty="0">
                <a:latin typeface="Libre Franklin" pitchFamily="2" charset="0"/>
              </a:rPr>
              <a:t> MTTR)</a:t>
            </a:r>
          </a:p>
          <a:p>
            <a:r>
              <a:rPr lang="it-IT" sz="2400" dirty="0">
                <a:latin typeface="Libre Franklin" pitchFamily="2" charset="0"/>
              </a:rPr>
              <a:t>	</a:t>
            </a:r>
            <a:r>
              <a:rPr lang="it-IT" sz="2400" b="1" dirty="0">
                <a:solidFill>
                  <a:srgbClr val="0698D6"/>
                </a:solidFill>
                <a:latin typeface="Libre Franklin" pitchFamily="2" charset="0"/>
              </a:rPr>
              <a:t>📏 </a:t>
            </a:r>
            <a:r>
              <a:rPr lang="it-IT" sz="2400" b="1" dirty="0" err="1">
                <a:solidFill>
                  <a:srgbClr val="0698D6"/>
                </a:solidFill>
                <a:latin typeface="Libre Franklin" pitchFamily="2" charset="0"/>
              </a:rPr>
              <a:t>Standardize</a:t>
            </a:r>
            <a:r>
              <a:rPr lang="it-IT" sz="2400" b="1" dirty="0">
                <a:solidFill>
                  <a:srgbClr val="0698D6"/>
                </a:solidFill>
                <a:latin typeface="Libre Franklin" pitchFamily="2" charset="0"/>
              </a:rPr>
              <a:t> support </a:t>
            </a:r>
            <a:r>
              <a:rPr lang="it-IT" sz="2400" b="1" dirty="0" err="1">
                <a:solidFill>
                  <a:srgbClr val="0698D6"/>
                </a:solidFill>
                <a:latin typeface="Libre Franklin" pitchFamily="2" charset="0"/>
              </a:rPr>
              <a:t>quality</a:t>
            </a:r>
            <a:r>
              <a:rPr lang="it-IT" sz="2400" b="1" dirty="0">
                <a:solidFill>
                  <a:srgbClr val="0698D6"/>
                </a:solidFill>
                <a:latin typeface="Libre Franklin" pitchFamily="2" charset="0"/>
              </a:rPr>
              <a:t> </a:t>
            </a:r>
            <a:r>
              <a:rPr lang="it-IT" sz="2400" b="1" dirty="0" err="1">
                <a:solidFill>
                  <a:srgbClr val="0698D6"/>
                </a:solidFill>
                <a:latin typeface="Libre Franklin" pitchFamily="2" charset="0"/>
              </a:rPr>
              <a:t>across</a:t>
            </a:r>
            <a:r>
              <a:rPr lang="it-IT" sz="2400" b="1" dirty="0">
                <a:solidFill>
                  <a:srgbClr val="0698D6"/>
                </a:solidFill>
                <a:latin typeface="Libre Franklin" pitchFamily="2" charset="0"/>
              </a:rPr>
              <a:t> </a:t>
            </a:r>
            <a:r>
              <a:rPr lang="it-IT" sz="2400" b="1" dirty="0" err="1">
                <a:solidFill>
                  <a:srgbClr val="0698D6"/>
                </a:solidFill>
                <a:latin typeface="Libre Franklin" pitchFamily="2" charset="0"/>
              </a:rPr>
              <a:t>plants</a:t>
            </a:r>
            <a:r>
              <a:rPr lang="it-IT" sz="2400" b="1" dirty="0">
                <a:solidFill>
                  <a:srgbClr val="0698D6"/>
                </a:solidFill>
                <a:latin typeface="Libre Franklin" pitchFamily="2" charset="0"/>
              </a:rPr>
              <a:t> </a:t>
            </a:r>
            <a:r>
              <a:rPr lang="it-IT" sz="1600" dirty="0">
                <a:latin typeface="Libre Franklin" pitchFamily="2" charset="0"/>
              </a:rPr>
              <a:t>(</a:t>
            </a:r>
            <a:r>
              <a:rPr lang="it-IT" sz="1600" dirty="0" err="1">
                <a:latin typeface="Libre Franklin" pitchFamily="2" charset="0"/>
              </a:rPr>
              <a:t>repeatable</a:t>
            </a:r>
            <a:r>
              <a:rPr lang="it-IT" sz="1600" dirty="0">
                <a:latin typeface="Libre Franklin" pitchFamily="2" charset="0"/>
              </a:rPr>
              <a:t> triage, </a:t>
            </a:r>
            <a:r>
              <a:rPr lang="it-IT" sz="1600" dirty="0" err="1">
                <a:latin typeface="Libre Franklin" pitchFamily="2" charset="0"/>
              </a:rPr>
              <a:t>consistent</a:t>
            </a:r>
            <a:r>
              <a:rPr lang="it-IT" sz="1600" dirty="0">
                <a:latin typeface="Libre Franklin" pitchFamily="2" charset="0"/>
              </a:rPr>
              <a:t> </a:t>
            </a:r>
            <a:r>
              <a:rPr lang="it-IT" sz="1600" dirty="0" err="1">
                <a:latin typeface="Libre Franklin" pitchFamily="2" charset="0"/>
              </a:rPr>
              <a:t>answers</a:t>
            </a:r>
            <a:r>
              <a:rPr lang="it-IT" sz="1600" dirty="0">
                <a:latin typeface="Libre Franklin" pitchFamily="2" charset="0"/>
              </a:rPr>
              <a:t>)</a:t>
            </a:r>
          </a:p>
          <a:p>
            <a:r>
              <a:rPr lang="it-IT" sz="2400" dirty="0">
                <a:latin typeface="Libre Franklin" pitchFamily="2" charset="0"/>
              </a:rPr>
              <a:t>	</a:t>
            </a:r>
            <a:r>
              <a:rPr lang="it-IT" sz="2400" b="1" dirty="0">
                <a:solidFill>
                  <a:srgbClr val="0698D6"/>
                </a:solidFill>
                <a:latin typeface="Libre Franklin" pitchFamily="2" charset="0"/>
              </a:rPr>
              <a:t>📚 </a:t>
            </a:r>
            <a:r>
              <a:rPr lang="it-IT" sz="2400" b="1" dirty="0" err="1">
                <a:solidFill>
                  <a:srgbClr val="0698D6"/>
                </a:solidFill>
                <a:latin typeface="Libre Franklin" pitchFamily="2" charset="0"/>
              </a:rPr>
              <a:t>Validated</a:t>
            </a:r>
            <a:r>
              <a:rPr lang="it-IT" sz="2400" b="1" dirty="0">
                <a:solidFill>
                  <a:srgbClr val="0698D6"/>
                </a:solidFill>
                <a:latin typeface="Libre Franklin" pitchFamily="2" charset="0"/>
              </a:rPr>
              <a:t> Bottero know‑how </a:t>
            </a:r>
            <a:r>
              <a:rPr lang="it-IT" dirty="0">
                <a:latin typeface="Libre Franklin" pitchFamily="2" charset="0"/>
              </a:rPr>
              <a:t>(single source of truth, </a:t>
            </a:r>
            <a:r>
              <a:rPr lang="it-IT" dirty="0" err="1">
                <a:latin typeface="Libre Franklin" pitchFamily="2" charset="0"/>
              </a:rPr>
              <a:t>less</a:t>
            </a:r>
            <a:r>
              <a:rPr lang="it-IT" dirty="0">
                <a:latin typeface="Libre Franklin" pitchFamily="2" charset="0"/>
              </a:rPr>
              <a:t> «</a:t>
            </a:r>
            <a:r>
              <a:rPr lang="it-IT" dirty="0" err="1">
                <a:latin typeface="Libre Franklin" pitchFamily="2" charset="0"/>
              </a:rPr>
              <a:t>tribal</a:t>
            </a:r>
            <a:r>
              <a:rPr lang="it-IT" dirty="0">
                <a:latin typeface="Libre Franklin" pitchFamily="2" charset="0"/>
              </a:rPr>
              <a:t>» knowledge)</a:t>
            </a:r>
          </a:p>
          <a:p>
            <a:r>
              <a:rPr lang="it-IT" sz="2400" dirty="0">
                <a:latin typeface="Libre Franklin" pitchFamily="2" charset="0"/>
              </a:rPr>
              <a:t>	</a:t>
            </a:r>
            <a:r>
              <a:rPr lang="it-IT" sz="2400" b="1" dirty="0">
                <a:solidFill>
                  <a:srgbClr val="0698D6"/>
                </a:solidFill>
                <a:latin typeface="Libre Franklin" pitchFamily="2" charset="0"/>
              </a:rPr>
              <a:t>🌍 </a:t>
            </a:r>
            <a:r>
              <a:rPr lang="it-IT" sz="2400" b="1" dirty="0" err="1">
                <a:solidFill>
                  <a:srgbClr val="0698D6"/>
                </a:solidFill>
                <a:latin typeface="Libre Franklin" pitchFamily="2" charset="0"/>
              </a:rPr>
              <a:t>Multilingual</a:t>
            </a:r>
            <a:r>
              <a:rPr lang="it-IT" sz="2400" b="1" dirty="0">
                <a:solidFill>
                  <a:srgbClr val="0698D6"/>
                </a:solidFill>
                <a:latin typeface="Libre Franklin" pitchFamily="2" charset="0"/>
              </a:rPr>
              <a:t> </a:t>
            </a:r>
            <a:r>
              <a:rPr lang="it-IT" sz="2400" b="1" dirty="0" err="1">
                <a:solidFill>
                  <a:srgbClr val="0698D6"/>
                </a:solidFill>
                <a:latin typeface="Libre Franklin" pitchFamily="2" charset="0"/>
              </a:rPr>
              <a:t>shopfloor</a:t>
            </a:r>
            <a:r>
              <a:rPr lang="it-IT" sz="2400" b="1" dirty="0">
                <a:solidFill>
                  <a:srgbClr val="0698D6"/>
                </a:solidFill>
                <a:latin typeface="Libre Franklin" pitchFamily="2" charset="0"/>
              </a:rPr>
              <a:t> </a:t>
            </a:r>
            <a:r>
              <a:rPr lang="it-IT" sz="2400" b="1" dirty="0" err="1">
                <a:solidFill>
                  <a:srgbClr val="0698D6"/>
                </a:solidFill>
                <a:latin typeface="Libre Franklin" pitchFamily="2" charset="0"/>
              </a:rPr>
              <a:t>assistance</a:t>
            </a:r>
            <a:r>
              <a:rPr lang="it-IT" sz="2400" b="1" dirty="0">
                <a:solidFill>
                  <a:srgbClr val="0698D6"/>
                </a:solidFill>
                <a:latin typeface="Libre Franklin" pitchFamily="2" charset="0"/>
              </a:rPr>
              <a:t> </a:t>
            </a:r>
            <a:r>
              <a:rPr lang="it-IT" sz="1600" dirty="0">
                <a:latin typeface="Libre Franklin" pitchFamily="2" charset="0"/>
              </a:rPr>
              <a:t>(</a:t>
            </a:r>
            <a:r>
              <a:rPr lang="it-IT" sz="1600" dirty="0" err="1">
                <a:latin typeface="Libre Franklin" pitchFamily="2" charset="0"/>
              </a:rPr>
              <a:t>operators</a:t>
            </a:r>
            <a:r>
              <a:rPr lang="it-IT" sz="1600" dirty="0">
                <a:latin typeface="Libre Franklin" pitchFamily="2" charset="0"/>
              </a:rPr>
              <a:t> + </a:t>
            </a:r>
            <a:r>
              <a:rPr lang="it-IT" sz="1600" dirty="0" err="1">
                <a:latin typeface="Libre Franklin" pitchFamily="2" charset="0"/>
              </a:rPr>
              <a:t>maintenance</a:t>
            </a:r>
            <a:r>
              <a:rPr lang="it-IT" sz="1600" dirty="0">
                <a:latin typeface="Libre Franklin" pitchFamily="2" charset="0"/>
              </a:rPr>
              <a:t>)</a:t>
            </a:r>
          </a:p>
          <a:p>
            <a:r>
              <a:rPr lang="it-IT" sz="2400" b="1" dirty="0">
                <a:solidFill>
                  <a:srgbClr val="0698D6"/>
                </a:solidFill>
                <a:latin typeface="Libre Franklin" pitchFamily="2" charset="0"/>
              </a:rPr>
              <a:t>	🧰Service </a:t>
            </a:r>
            <a:r>
              <a:rPr lang="it-IT" sz="2400" b="1" dirty="0" err="1">
                <a:solidFill>
                  <a:srgbClr val="0698D6"/>
                </a:solidFill>
                <a:latin typeface="Libre Franklin" pitchFamily="2" charset="0"/>
              </a:rPr>
              <a:t>enabler</a:t>
            </a:r>
            <a:r>
              <a:rPr lang="it-IT" sz="2400" b="1" dirty="0">
                <a:solidFill>
                  <a:srgbClr val="0698D6"/>
                </a:solidFill>
                <a:latin typeface="Libre Franklin" pitchFamily="2" charset="0"/>
              </a:rPr>
              <a:t> </a:t>
            </a:r>
            <a:r>
              <a:rPr lang="it-IT" sz="1600" dirty="0">
                <a:latin typeface="Libre Franklin" pitchFamily="2" charset="0"/>
              </a:rPr>
              <a:t>(</a:t>
            </a:r>
            <a:r>
              <a:rPr lang="it-IT" sz="1600" dirty="0" err="1">
                <a:latin typeface="Libre Franklin" pitchFamily="2" charset="0"/>
              </a:rPr>
              <a:t>spare</a:t>
            </a:r>
            <a:r>
              <a:rPr lang="it-IT" sz="1600" dirty="0">
                <a:latin typeface="Libre Franklin" pitchFamily="2" charset="0"/>
              </a:rPr>
              <a:t> parts + </a:t>
            </a:r>
            <a:r>
              <a:rPr lang="it-IT" sz="1600" dirty="0" err="1">
                <a:latin typeface="Libre Franklin" pitchFamily="2" charset="0"/>
              </a:rPr>
              <a:t>scheduled</a:t>
            </a:r>
            <a:r>
              <a:rPr lang="it-IT" sz="1600" dirty="0">
                <a:latin typeface="Libre Franklin" pitchFamily="2" charset="0"/>
              </a:rPr>
              <a:t> and </a:t>
            </a:r>
            <a:r>
              <a:rPr lang="it-IT" sz="1600" dirty="0" err="1">
                <a:latin typeface="Libre Franklin" pitchFamily="2" charset="0"/>
              </a:rPr>
              <a:t>predictive</a:t>
            </a:r>
            <a:r>
              <a:rPr lang="it-IT" sz="1600" dirty="0">
                <a:latin typeface="Libre Franklin" pitchFamily="2" charset="0"/>
              </a:rPr>
              <a:t> </a:t>
            </a:r>
            <a:r>
              <a:rPr lang="it-IT" sz="1600" dirty="0" err="1">
                <a:latin typeface="Libre Franklin" pitchFamily="2" charset="0"/>
              </a:rPr>
              <a:t>maintenance</a:t>
            </a:r>
            <a:r>
              <a:rPr lang="it-IT" sz="1600" dirty="0">
                <a:latin typeface="Libre Franklin" pitchFamily="2" charset="0"/>
              </a:rPr>
              <a:t> )</a:t>
            </a:r>
          </a:p>
          <a:p>
            <a:r>
              <a:rPr lang="it-IT" sz="2400" dirty="0">
                <a:latin typeface="Libre Franklin" pitchFamily="2" charset="0"/>
              </a:rPr>
              <a:t>	</a:t>
            </a:r>
            <a:r>
              <a:rPr lang="it-IT" sz="2400" b="1" dirty="0">
                <a:solidFill>
                  <a:srgbClr val="0698D6"/>
                </a:solidFill>
                <a:latin typeface="Libre Franklin" pitchFamily="2" charset="0"/>
              </a:rPr>
              <a:t>🏭🔒🛡️ On‑premise deployment + cybersecurity-by-design</a:t>
            </a:r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66107161-8C0A-F41D-B634-67E0C5E738C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it-IT" dirty="0"/>
              <a:t>Key points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7452FA55-D0F4-C16C-3313-8DB4CA6C0169}"/>
              </a:ext>
            </a:extLst>
          </p:cNvPr>
          <p:cNvSpPr txBox="1"/>
          <p:nvPr/>
        </p:nvSpPr>
        <p:spPr>
          <a:xfrm>
            <a:off x="7315200" y="7335694"/>
            <a:ext cx="7315200" cy="327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  <a:buNone/>
            </a:pPr>
            <a:r>
              <a:rPr lang="it-IT" sz="14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Libre Franklin" panose="00000500000000000000" pitchFamily="2" charset="0"/>
                <a:ea typeface="Calibri" panose="020F0502020204030204" pitchFamily="34" charset="0"/>
                <a:cs typeface="Arial" panose="020B0604020202020204" pitchFamily="34" charset="0"/>
              </a:rPr>
              <a:t>See «</a:t>
            </a:r>
            <a:r>
              <a:rPr lang="it-IT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Libre Franklin" panose="00000500000000000000" pitchFamily="2" charset="0"/>
                <a:ea typeface="Calibri" panose="020F0502020204030204" pitchFamily="34" charset="0"/>
                <a:cs typeface="Arial" panose="020B0604020202020204" pitchFamily="34" charset="0"/>
              </a:rPr>
              <a:t>2.1	Market </a:t>
            </a:r>
            <a:r>
              <a:rPr lang="it-IT" sz="14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Libre Franklin" panose="00000500000000000000" pitchFamily="2" charset="0"/>
                <a:ea typeface="Calibri" panose="020F0502020204030204" pitchFamily="34" charset="0"/>
                <a:cs typeface="Arial" panose="020B0604020202020204" pitchFamily="34" charset="0"/>
              </a:rPr>
              <a:t>requests</a:t>
            </a:r>
            <a:r>
              <a:rPr lang="it-IT" sz="14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Libre Franklin" panose="00000500000000000000" pitchFamily="2" charset="0"/>
                <a:ea typeface="Calibri" panose="020F0502020204030204" pitchFamily="34" charset="0"/>
                <a:cs typeface="Arial" panose="020B0604020202020204" pitchFamily="34" charset="0"/>
              </a:rPr>
              <a:t>»</a:t>
            </a:r>
            <a:endParaRPr lang="it-IT" sz="1400" dirty="0">
              <a:effectLst/>
              <a:latin typeface="Libre Franklin Light" panose="00000400000000000000" pitchFamily="2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5CD7B9F6-4331-9E4E-990D-B1A72DCF62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sz="2800" dirty="0"/>
              <a:t>🔎 Competition analysis</a:t>
            </a:r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49AFCB2E-A6B4-96C8-578F-032D5C6D1D7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it-IT" dirty="0"/>
              <a:t>Key points</a:t>
            </a:r>
          </a:p>
        </p:txBody>
      </p:sp>
      <p:sp>
        <p:nvSpPr>
          <p:cNvPr id="4" name="Shape 2674">
            <a:extLst>
              <a:ext uri="{FF2B5EF4-FFF2-40B4-BE49-F238E27FC236}">
                <a16:creationId xmlns:a16="http://schemas.microsoft.com/office/drawing/2014/main" id="{B423EF21-52F7-4629-AA9F-04070AD23E34}"/>
              </a:ext>
            </a:extLst>
          </p:cNvPr>
          <p:cNvSpPr/>
          <p:nvPr/>
        </p:nvSpPr>
        <p:spPr>
          <a:xfrm>
            <a:off x="589834" y="1892001"/>
            <a:ext cx="13380166" cy="5650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54862" tIns="54862" rIns="54862" bIns="54862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it-IT" sz="2400" dirty="0">
                <a:latin typeface="Libre Franklin" pitchFamily="2" charset="0"/>
              </a:rPr>
              <a:t>Siemens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it-IT" sz="2400" dirty="0">
              <a:latin typeface="Libre Franklin" pitchFamily="2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it-IT" sz="2400" dirty="0">
              <a:latin typeface="Libre Franklin" pitchFamily="2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it-IT" sz="2400" dirty="0">
              <a:latin typeface="Libre Franklin" pitchFamily="2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it-IT" sz="2400" dirty="0">
              <a:latin typeface="Libre Franklin" pitchFamily="2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it-IT" sz="2400" dirty="0">
              <a:latin typeface="Libre Franklin" pitchFamily="2" charset="0"/>
            </a:endParaRPr>
          </a:p>
          <a:p>
            <a:endParaRPr lang="it-IT" sz="2400" dirty="0">
              <a:latin typeface="Libre Franklin" pitchFamily="2" charset="0"/>
            </a:endParaRPr>
          </a:p>
          <a:p>
            <a:endParaRPr lang="it-IT" sz="2400" dirty="0">
              <a:latin typeface="Libre Franklin" pitchFamily="2" charset="0"/>
            </a:endParaRPr>
          </a:p>
          <a:p>
            <a:r>
              <a:rPr lang="it-IT" sz="1200" dirty="0">
                <a:latin typeface="Libre Franklin" pitchFamily="2" charset="0"/>
                <a:hlinkClick r:id="rId3"/>
              </a:rPr>
              <a:t>https://www.siemens.com/en-us/company/insights/digital-transformation-industrial-copilot/</a:t>
            </a:r>
            <a:endParaRPr lang="it-IT" sz="2400" dirty="0">
              <a:latin typeface="Libre Franklin" pitchFamily="2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it-IT" sz="2400" dirty="0">
                <a:latin typeface="Libre Franklin" pitchFamily="2" charset="0"/>
              </a:rPr>
              <a:t>ABB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it-IT" sz="1200" dirty="0">
              <a:latin typeface="Libre Franklin" pitchFamily="2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it-IT" sz="1200" dirty="0">
              <a:latin typeface="Libre Franklin" pitchFamily="2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it-IT" sz="1200" dirty="0">
              <a:latin typeface="Libre Franklin" pitchFamily="2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it-IT" sz="1200" dirty="0">
              <a:latin typeface="Libre Franklin" pitchFamily="2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it-IT" sz="1200" dirty="0">
              <a:latin typeface="Libre Franklin" pitchFamily="2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it-IT" sz="1200" dirty="0">
              <a:latin typeface="Libre Franklin" pitchFamily="2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it-IT" sz="1200" dirty="0">
              <a:latin typeface="Libre Franklin" pitchFamily="2" charset="0"/>
            </a:endParaRPr>
          </a:p>
          <a:p>
            <a:endParaRPr lang="it-IT" dirty="0">
              <a:latin typeface="Libre Franklin" pitchFamily="2" charset="0"/>
            </a:endParaRPr>
          </a:p>
          <a:p>
            <a:endParaRPr lang="it-IT" dirty="0">
              <a:latin typeface="Libre Franklin" pitchFamily="2" charset="0"/>
            </a:endParaRPr>
          </a:p>
          <a:p>
            <a:r>
              <a:rPr lang="it-IT" sz="1200" dirty="0">
                <a:latin typeface="Libre Franklin" pitchFamily="2" charset="0"/>
              </a:rPr>
              <a:t>https://new.abb.com/process-automation/genix/abb-genix-copilot</a:t>
            </a: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3E8FC18F-0FF5-0936-2DDB-2E4771C6E5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8829" y="1766093"/>
            <a:ext cx="7773984" cy="2819365"/>
          </a:xfrm>
          <a:prstGeom prst="rect">
            <a:avLst/>
          </a:prstGeom>
        </p:spPr>
      </p:pic>
      <p:pic>
        <p:nvPicPr>
          <p:cNvPr id="12" name="Immagine 11">
            <a:extLst>
              <a:ext uri="{FF2B5EF4-FFF2-40B4-BE49-F238E27FC236}">
                <a16:creationId xmlns:a16="http://schemas.microsoft.com/office/drawing/2014/main" id="{618D1E9F-098B-CA7B-2F16-DEDB931528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88862" y="5163579"/>
            <a:ext cx="2333951" cy="2095792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9BB5E542-E50C-5551-5FFC-FA3A028DBD2F}"/>
              </a:ext>
            </a:extLst>
          </p:cNvPr>
          <p:cNvSpPr txBox="1"/>
          <p:nvPr/>
        </p:nvSpPr>
        <p:spPr>
          <a:xfrm>
            <a:off x="7315200" y="7335694"/>
            <a:ext cx="7315200" cy="327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  <a:buNone/>
            </a:pPr>
            <a:r>
              <a:rPr lang="it-IT" sz="14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Libre Franklin" panose="00000500000000000000" pitchFamily="2" charset="0"/>
                <a:ea typeface="Calibri" panose="020F0502020204030204" pitchFamily="34" charset="0"/>
                <a:cs typeface="Arial" panose="020B0604020202020204" pitchFamily="34" charset="0"/>
              </a:rPr>
              <a:t>See «</a:t>
            </a:r>
            <a:r>
              <a:rPr lang="it-IT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Libre Franklin" panose="00000500000000000000" pitchFamily="2" charset="0"/>
                <a:ea typeface="Calibri" panose="020F0502020204030204" pitchFamily="34" charset="0"/>
                <a:cs typeface="Arial" panose="020B0604020202020204" pitchFamily="34" charset="0"/>
              </a:rPr>
              <a:t>2.2	</a:t>
            </a:r>
            <a:r>
              <a:rPr lang="it-IT" sz="14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Libre Franklin" panose="00000500000000000000" pitchFamily="2" charset="0"/>
                <a:ea typeface="Calibri" panose="020F0502020204030204" pitchFamily="34" charset="0"/>
                <a:cs typeface="Arial" panose="020B0604020202020204" pitchFamily="34" charset="0"/>
              </a:rPr>
              <a:t>Competition</a:t>
            </a:r>
            <a:r>
              <a:rPr lang="it-IT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Libre Franklin" panose="00000500000000000000" pitchFamily="2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it-IT" sz="14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Libre Franklin" panose="00000500000000000000" pitchFamily="2" charset="0"/>
                <a:ea typeface="Calibri" panose="020F0502020204030204" pitchFamily="34" charset="0"/>
                <a:cs typeface="Arial" panose="020B0604020202020204" pitchFamily="34" charset="0"/>
              </a:rPr>
              <a:t>analysis</a:t>
            </a:r>
            <a:r>
              <a:rPr lang="it-IT" sz="14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Libre Franklin" panose="00000500000000000000" pitchFamily="2" charset="0"/>
                <a:ea typeface="Calibri" panose="020F0502020204030204" pitchFamily="34" charset="0"/>
                <a:cs typeface="Arial" panose="020B0604020202020204" pitchFamily="34" charset="0"/>
              </a:rPr>
              <a:t>»</a:t>
            </a:r>
            <a:endParaRPr lang="it-IT" sz="1400" dirty="0">
              <a:effectLst/>
              <a:latin typeface="Libre Franklin Light" panose="00000400000000000000" pitchFamily="2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A4B031-0F4A-D055-A646-9FCF0A22E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C9026534-158B-8F4D-4878-02460E0AA0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sz="2800" dirty="0"/>
              <a:t>🔎 Competition analysis</a:t>
            </a:r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2956D3CB-1C39-1C46-BCC4-7A3AD3C0D5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it-IT" dirty="0"/>
              <a:t>Key points</a:t>
            </a:r>
          </a:p>
        </p:txBody>
      </p:sp>
      <p:sp>
        <p:nvSpPr>
          <p:cNvPr id="4" name="Shape 2674">
            <a:extLst>
              <a:ext uri="{FF2B5EF4-FFF2-40B4-BE49-F238E27FC236}">
                <a16:creationId xmlns:a16="http://schemas.microsoft.com/office/drawing/2014/main" id="{0211C558-7691-070F-6D00-026372D02EAC}"/>
              </a:ext>
            </a:extLst>
          </p:cNvPr>
          <p:cNvSpPr/>
          <p:nvPr/>
        </p:nvSpPr>
        <p:spPr>
          <a:xfrm>
            <a:off x="589834" y="1892001"/>
            <a:ext cx="13380166" cy="435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54862" tIns="54862" rIns="54862" bIns="54862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it-IT" sz="2400" dirty="0">
                <a:latin typeface="Libre Franklin" pitchFamily="2" charset="0"/>
              </a:rPr>
              <a:t>Iris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it-IT" sz="2400" dirty="0">
              <a:latin typeface="Libre Franklin" pitchFamily="2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it-IT" sz="2400" dirty="0">
              <a:latin typeface="Libre Franklin" pitchFamily="2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it-IT" sz="2400" dirty="0">
              <a:latin typeface="Libre Franklin" pitchFamily="2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it-IT" sz="2400" dirty="0">
              <a:latin typeface="Libre Franklin" pitchFamily="2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it-IT" sz="2400" dirty="0">
              <a:latin typeface="Libre Franklin" pitchFamily="2" charset="0"/>
            </a:endParaRPr>
          </a:p>
          <a:p>
            <a:endParaRPr lang="it-IT" sz="2400" dirty="0">
              <a:latin typeface="Libre Franklin" pitchFamily="2" charset="0"/>
            </a:endParaRPr>
          </a:p>
          <a:p>
            <a:endParaRPr lang="it-IT" sz="2400" dirty="0">
              <a:latin typeface="Libre Franklin" pitchFamily="2" charset="0"/>
            </a:endParaRPr>
          </a:p>
          <a:p>
            <a:endParaRPr lang="it-IT" sz="2400" dirty="0">
              <a:latin typeface="Libre Franklin" pitchFamily="2" charset="0"/>
            </a:endParaRPr>
          </a:p>
          <a:p>
            <a:endParaRPr lang="it-IT" sz="2400" dirty="0">
              <a:latin typeface="Libre Franklin" pitchFamily="2" charset="0"/>
            </a:endParaRPr>
          </a:p>
          <a:p>
            <a:endParaRPr lang="it-IT" sz="2400" dirty="0">
              <a:latin typeface="Libre Franklin" pitchFamily="2" charset="0"/>
            </a:endParaRPr>
          </a:p>
          <a:p>
            <a:r>
              <a:rPr lang="it-IT" sz="1200" dirty="0">
                <a:latin typeface="Libre Franklin" pitchFamily="2" charset="0"/>
                <a:hlinkClick r:id="rId3"/>
              </a:rPr>
              <a:t>https://www.iris-im.com/2023/05/23/ready-to-adopt-ibot/</a:t>
            </a:r>
            <a:endParaRPr lang="it-IT" sz="2400" dirty="0">
              <a:latin typeface="Libre Franklin" pitchFamily="2" charset="0"/>
            </a:endParaRP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2BF298A3-7A00-379E-7718-2202EA8B218E}"/>
              </a:ext>
            </a:extLst>
          </p:cNvPr>
          <p:cNvSpPr txBox="1"/>
          <p:nvPr/>
        </p:nvSpPr>
        <p:spPr>
          <a:xfrm>
            <a:off x="7315200" y="7335694"/>
            <a:ext cx="7315200" cy="327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  <a:buNone/>
            </a:pPr>
            <a:r>
              <a:rPr lang="it-IT" sz="14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Libre Franklin" panose="00000500000000000000" pitchFamily="2" charset="0"/>
                <a:ea typeface="Calibri" panose="020F0502020204030204" pitchFamily="34" charset="0"/>
                <a:cs typeface="Arial" panose="020B0604020202020204" pitchFamily="34" charset="0"/>
              </a:rPr>
              <a:t>See «</a:t>
            </a:r>
            <a:r>
              <a:rPr lang="it-IT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Libre Franklin" panose="00000500000000000000" pitchFamily="2" charset="0"/>
                <a:ea typeface="Calibri" panose="020F0502020204030204" pitchFamily="34" charset="0"/>
                <a:cs typeface="Arial" panose="020B0604020202020204" pitchFamily="34" charset="0"/>
              </a:rPr>
              <a:t>2.2	</a:t>
            </a:r>
            <a:r>
              <a:rPr lang="it-IT" sz="14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Libre Franklin" panose="00000500000000000000" pitchFamily="2" charset="0"/>
                <a:ea typeface="Calibri" panose="020F0502020204030204" pitchFamily="34" charset="0"/>
                <a:cs typeface="Arial" panose="020B0604020202020204" pitchFamily="34" charset="0"/>
              </a:rPr>
              <a:t>Competition</a:t>
            </a:r>
            <a:r>
              <a:rPr lang="it-IT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Libre Franklin" panose="00000500000000000000" pitchFamily="2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it-IT" sz="14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Libre Franklin" panose="00000500000000000000" pitchFamily="2" charset="0"/>
                <a:ea typeface="Calibri" panose="020F0502020204030204" pitchFamily="34" charset="0"/>
                <a:cs typeface="Arial" panose="020B0604020202020204" pitchFamily="34" charset="0"/>
              </a:rPr>
              <a:t>analysis</a:t>
            </a:r>
            <a:r>
              <a:rPr lang="it-IT" sz="14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Libre Franklin" panose="00000500000000000000" pitchFamily="2" charset="0"/>
                <a:ea typeface="Calibri" panose="020F0502020204030204" pitchFamily="34" charset="0"/>
                <a:cs typeface="Arial" panose="020B0604020202020204" pitchFamily="34" charset="0"/>
              </a:rPr>
              <a:t>»</a:t>
            </a:r>
            <a:endParaRPr lang="it-IT" sz="1400" dirty="0">
              <a:effectLst/>
              <a:latin typeface="Libre Franklin Light" panose="00000400000000000000" pitchFamily="2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DF7BCECC-FEFF-9DBD-A74F-CBE0EBC482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9660" y="1447800"/>
            <a:ext cx="6141372" cy="4420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5470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674">
            <a:extLst>
              <a:ext uri="{FF2B5EF4-FFF2-40B4-BE49-F238E27FC236}">
                <a16:creationId xmlns:a16="http://schemas.microsoft.com/office/drawing/2014/main" id="{B423EF21-52F7-4629-AA9F-04070AD23E34}"/>
              </a:ext>
            </a:extLst>
          </p:cNvPr>
          <p:cNvSpPr/>
          <p:nvPr/>
        </p:nvSpPr>
        <p:spPr>
          <a:xfrm>
            <a:off x="589834" y="2239240"/>
            <a:ext cx="13380166" cy="52814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54862" tIns="54862" rIns="54862" bIns="54862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it-IT" sz="2400" b="1" dirty="0">
                <a:solidFill>
                  <a:srgbClr val="0698D6"/>
                </a:solidFill>
                <a:latin typeface="Libre Franklin" pitchFamily="2" charset="0"/>
              </a:rPr>
              <a:t>A Chat front-end </a:t>
            </a:r>
            <a:r>
              <a:rPr lang="it-IT" sz="2400" b="1" dirty="0" err="1">
                <a:solidFill>
                  <a:srgbClr val="0698D6"/>
                </a:solidFill>
                <a:latin typeface="Libre Franklin" pitchFamily="2" charset="0"/>
              </a:rPr>
              <a:t>interface</a:t>
            </a:r>
            <a:endParaRPr lang="it-IT" sz="2400" b="1" dirty="0">
              <a:solidFill>
                <a:srgbClr val="0698D6"/>
              </a:solidFill>
              <a:latin typeface="Libre Franklin" pitchFamily="2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rgbClr val="0698D6"/>
                </a:solidFill>
                <a:latin typeface="Libre Franklin"/>
              </a:rPr>
              <a:t>and a technical </a:t>
            </a:r>
            <a:r>
              <a:rPr lang="en-US" sz="2400" b="1" dirty="0" err="1">
                <a:solidFill>
                  <a:srgbClr val="0698D6"/>
                </a:solidFill>
                <a:latin typeface="Libre Franklin"/>
              </a:rPr>
              <a:t>backoffice</a:t>
            </a:r>
            <a:r>
              <a:rPr lang="en-US" sz="2400" b="1" dirty="0">
                <a:solidFill>
                  <a:srgbClr val="0698D6"/>
                </a:solidFill>
                <a:latin typeface="Libre Franklin"/>
              </a:rPr>
              <a:t> for </a:t>
            </a:r>
            <a:r>
              <a:rPr lang="en-US" sz="2400" dirty="0">
                <a:latin typeface="Libre Franklin" pitchFamily="2" charset="0"/>
              </a:rPr>
              <a:t>setup, according</a:t>
            </a:r>
            <a:r>
              <a:rPr lang="en-US" sz="2400" b="1" dirty="0">
                <a:solidFill>
                  <a:srgbClr val="0698D6"/>
                </a:solidFill>
                <a:latin typeface="Libre Franklin"/>
              </a:rPr>
              <a:t> </a:t>
            </a:r>
            <a:r>
              <a:rPr lang="en-US" sz="2400" dirty="0">
                <a:latin typeface="Libre Franklin" pitchFamily="2" charset="0"/>
              </a:rPr>
              <a:t>a </a:t>
            </a:r>
          </a:p>
          <a:p>
            <a:r>
              <a:rPr lang="en-US" sz="2400" dirty="0">
                <a:latin typeface="Libre Franklin" pitchFamily="2" charset="0"/>
              </a:rPr>
              <a:t>customer-specific line configuration.</a:t>
            </a:r>
            <a:endParaRPr lang="it-IT" sz="2400" dirty="0">
              <a:latin typeface="Libre Franklin" pitchFamily="2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it-IT" sz="2400" b="1" dirty="0" err="1">
                <a:solidFill>
                  <a:srgbClr val="0698D6"/>
                </a:solidFill>
                <a:latin typeface="Libre Franklin" pitchFamily="2" charset="0"/>
              </a:rPr>
              <a:t>Static</a:t>
            </a:r>
            <a:r>
              <a:rPr lang="it-IT" sz="2400" b="1" dirty="0">
                <a:solidFill>
                  <a:srgbClr val="0698D6"/>
                </a:solidFill>
                <a:latin typeface="Libre Franklin" pitchFamily="2" charset="0"/>
              </a:rPr>
              <a:t> knowledge base</a:t>
            </a:r>
            <a:r>
              <a:rPr lang="it-IT" sz="2400" dirty="0">
                <a:latin typeface="Libre Franklin" pitchFamily="2" charset="0"/>
              </a:rPr>
              <a:t>, </a:t>
            </a:r>
            <a:r>
              <a:rPr lang="it-IT" sz="2400" dirty="0" err="1">
                <a:latin typeface="Libre Franklin" pitchFamily="2" charset="0"/>
              </a:rPr>
              <a:t>as</a:t>
            </a:r>
            <a:r>
              <a:rPr lang="it-IT" sz="2400" dirty="0">
                <a:latin typeface="Libre Franklin" pitchFamily="2" charset="0"/>
              </a:rPr>
              <a:t> a Training dataset </a:t>
            </a:r>
            <a:r>
              <a:rPr lang="it-IT" sz="2400" dirty="0" err="1">
                <a:latin typeface="Libre Franklin" pitchFamily="2" charset="0"/>
              </a:rPr>
              <a:t>as</a:t>
            </a:r>
            <a:endParaRPr lang="it-IT" sz="2400" dirty="0">
              <a:latin typeface="Libre Franklin" pitchFamily="2" charset="0"/>
            </a:endParaRPr>
          </a:p>
          <a:p>
            <a:r>
              <a:rPr lang="it-IT" sz="2400" dirty="0">
                <a:latin typeface="Libre Franklin" pitchFamily="2" charset="0"/>
              </a:rPr>
              <a:t>	user manuals, </a:t>
            </a:r>
          </a:p>
          <a:p>
            <a:r>
              <a:rPr lang="it-IT" sz="2400" dirty="0">
                <a:latin typeface="Libre Franklin" pitchFamily="2" charset="0"/>
              </a:rPr>
              <a:t>	</a:t>
            </a:r>
            <a:r>
              <a:rPr lang="it-IT" sz="2400" dirty="0" err="1">
                <a:latin typeface="Libre Franklin" pitchFamily="2" charset="0"/>
              </a:rPr>
              <a:t>troubleshooting</a:t>
            </a:r>
            <a:r>
              <a:rPr lang="it-IT" sz="2400" dirty="0">
                <a:latin typeface="Libre Franklin" pitchFamily="2" charset="0"/>
              </a:rPr>
              <a:t> manuals, </a:t>
            </a:r>
          </a:p>
          <a:p>
            <a:r>
              <a:rPr lang="it-IT" sz="2400" dirty="0">
                <a:latin typeface="Libre Franklin" pitchFamily="2" charset="0"/>
              </a:rPr>
              <a:t>	</a:t>
            </a:r>
            <a:r>
              <a:rPr lang="it-IT" sz="2400" dirty="0" err="1">
                <a:latin typeface="Libre Franklin" pitchFamily="2" charset="0"/>
              </a:rPr>
              <a:t>electrical</a:t>
            </a:r>
            <a:r>
              <a:rPr lang="it-IT" sz="2400" dirty="0">
                <a:latin typeface="Libre Franklin" pitchFamily="2" charset="0"/>
              </a:rPr>
              <a:t> schematics, </a:t>
            </a:r>
          </a:p>
          <a:p>
            <a:r>
              <a:rPr lang="it-IT" sz="2400" dirty="0">
                <a:latin typeface="Libre Franklin" pitchFamily="2" charset="0"/>
              </a:rPr>
              <a:t>	hardware documentation (e.g. PLC, Drive, </a:t>
            </a:r>
            <a:r>
              <a:rPr lang="it-IT" sz="2400" dirty="0" err="1">
                <a:latin typeface="Libre Franklin" pitchFamily="2" charset="0"/>
              </a:rPr>
              <a:t>etc</a:t>
            </a:r>
            <a:r>
              <a:rPr lang="it-IT" sz="2400" dirty="0">
                <a:latin typeface="Libre Franklin" pitchFamily="2" charset="0"/>
              </a:rPr>
              <a:t>), </a:t>
            </a:r>
          </a:p>
          <a:p>
            <a:r>
              <a:rPr lang="it-IT" sz="2400" dirty="0">
                <a:latin typeface="Libre Franklin" pitchFamily="2" charset="0"/>
              </a:rPr>
              <a:t>	customer care </a:t>
            </a:r>
            <a:r>
              <a:rPr lang="it-IT" sz="2400" dirty="0" err="1">
                <a:latin typeface="Libre Franklin" pitchFamily="2" charset="0"/>
              </a:rPr>
              <a:t>cases</a:t>
            </a:r>
            <a:r>
              <a:rPr lang="it-IT" sz="2400" dirty="0">
                <a:latin typeface="Libre Franklin" pitchFamily="2" charset="0"/>
              </a:rPr>
              <a:t>.</a:t>
            </a:r>
            <a:endParaRPr lang="en-IN" sz="2400" dirty="0">
              <a:latin typeface="Libre Franklin" pitchFamily="2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it-IT" sz="2400" b="1" dirty="0">
                <a:solidFill>
                  <a:srgbClr val="0698D6"/>
                </a:solidFill>
                <a:latin typeface="Libre Franklin" pitchFamily="2" charset="0"/>
              </a:rPr>
              <a:t>Dynamic machines data</a:t>
            </a:r>
            <a:r>
              <a:rPr lang="it-IT" sz="2400" dirty="0">
                <a:latin typeface="Libre Franklin" pitchFamily="2" charset="0"/>
              </a:rPr>
              <a:t>, such as alarm tables, </a:t>
            </a:r>
          </a:p>
          <a:p>
            <a:r>
              <a:rPr lang="it-IT" sz="2400" dirty="0">
                <a:latin typeface="Libre Franklin" pitchFamily="2" charset="0"/>
              </a:rPr>
              <a:t>event logs, production counters (</a:t>
            </a:r>
            <a:r>
              <a:rPr lang="it-IT" sz="2400" dirty="0" err="1">
                <a:latin typeface="Libre Franklin" pitchFamily="2" charset="0"/>
              </a:rPr>
              <a:t>read-only</a:t>
            </a:r>
            <a:r>
              <a:rPr lang="it-IT" sz="2400" dirty="0">
                <a:latin typeface="Libre Franklin" pitchFamily="2" charset="0"/>
              </a:rPr>
              <a:t>).</a:t>
            </a:r>
            <a:endParaRPr lang="it-IT" sz="2400" b="1" dirty="0">
              <a:solidFill>
                <a:srgbClr val="0698D6"/>
              </a:solidFill>
              <a:latin typeface="Libre Franklin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it-IT" sz="2400" b="1" dirty="0">
                <a:solidFill>
                  <a:srgbClr val="0698D6"/>
                </a:solidFill>
                <a:latin typeface="Libre Franklin"/>
              </a:rPr>
              <a:t>Network items</a:t>
            </a:r>
            <a:r>
              <a:rPr sz="2400" b="1" dirty="0">
                <a:solidFill>
                  <a:srgbClr val="0698D6"/>
                </a:solidFill>
                <a:latin typeface="Libre Franklin"/>
              </a:rPr>
              <a:t> </a:t>
            </a:r>
            <a:r>
              <a:rPr lang="it-IT" sz="2400" dirty="0">
                <a:latin typeface="Libre Franklin" pitchFamily="2" charset="0"/>
              </a:rPr>
              <a:t>to </a:t>
            </a:r>
            <a:r>
              <a:rPr lang="it-IT" sz="2400" dirty="0" err="1">
                <a:latin typeface="Libre Franklin" pitchFamily="2" charset="0"/>
              </a:rPr>
              <a:t>connect</a:t>
            </a:r>
            <a:r>
              <a:rPr lang="it-IT" sz="2400" dirty="0">
                <a:latin typeface="Libre Franklin" pitchFamily="2" charset="0"/>
              </a:rPr>
              <a:t> items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it-IT" sz="2400" b="1" dirty="0">
                <a:solidFill>
                  <a:srgbClr val="0698D6"/>
                </a:solidFill>
                <a:latin typeface="Libre Franklin"/>
              </a:rPr>
              <a:t>Server </a:t>
            </a:r>
            <a:r>
              <a:rPr lang="it-IT" sz="2400" dirty="0" err="1">
                <a:latin typeface="Libre Franklin" pitchFamily="2" charset="0"/>
              </a:rPr>
              <a:t>cpu</a:t>
            </a:r>
            <a:r>
              <a:rPr lang="it-IT" sz="2400" dirty="0">
                <a:latin typeface="Libre Franklin" pitchFamily="2" charset="0"/>
              </a:rPr>
              <a:t> </a:t>
            </a:r>
            <a:r>
              <a:rPr lang="it-IT" sz="2400" dirty="0" err="1">
                <a:latin typeface="Libre Franklin" pitchFamily="2" charset="0"/>
              </a:rPr>
              <a:t>unit</a:t>
            </a:r>
            <a:r>
              <a:rPr lang="it-IT" sz="2400" dirty="0">
                <a:latin typeface="Libre Franklin" pitchFamily="2" charset="0"/>
              </a:rPr>
              <a:t> for LLM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it-IT" sz="2400" b="1" dirty="0">
                <a:solidFill>
                  <a:srgbClr val="0698D6"/>
                </a:solidFill>
                <a:latin typeface="Libre Franklin"/>
              </a:rPr>
              <a:t>UI devices</a:t>
            </a:r>
            <a:endParaRPr sz="2400" dirty="0">
              <a:latin typeface="Libre Franklin" pitchFamily="2" charset="0"/>
            </a:endParaRP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5CD7B9F6-4331-9E4E-990D-B1A72DCF62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it-IT" sz="2800" dirty="0">
                <a:latin typeface="Libre Franklin" pitchFamily="2" charset="0"/>
              </a:rPr>
              <a:t>⚙️</a:t>
            </a:r>
            <a:r>
              <a:rPr lang="en-GB" sz="2800" dirty="0"/>
              <a:t> General description of project</a:t>
            </a:r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8086857F-0F12-8E62-500E-F12D75E6569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it-IT" dirty="0"/>
              <a:t>     Building </a:t>
            </a:r>
            <a:r>
              <a:rPr lang="it-IT" dirty="0" err="1"/>
              <a:t>blocks</a:t>
            </a:r>
            <a:endParaRPr lang="it-IT" dirty="0"/>
          </a:p>
        </p:txBody>
      </p:sp>
      <p:pic>
        <p:nvPicPr>
          <p:cNvPr id="12" name="Immagine 11">
            <a:extLst>
              <a:ext uri="{FF2B5EF4-FFF2-40B4-BE49-F238E27FC236}">
                <a16:creationId xmlns:a16="http://schemas.microsoft.com/office/drawing/2014/main" id="{212504C8-1A3C-B05E-CBA2-F8B605FFC9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9640" y="2239240"/>
            <a:ext cx="6932363" cy="4867616"/>
          </a:xfrm>
          <a:prstGeom prst="rect">
            <a:avLst/>
          </a:prstGeom>
        </p:spPr>
      </p:pic>
      <p:pic>
        <p:nvPicPr>
          <p:cNvPr id="2" name="Picture 2" descr="lego_brick - Discord Emoji">
            <a:extLst>
              <a:ext uri="{FF2B5EF4-FFF2-40B4-BE49-F238E27FC236}">
                <a16:creationId xmlns:a16="http://schemas.microsoft.com/office/drawing/2014/main" id="{2A15D3AC-F92E-D902-08C3-3F51EE032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447800"/>
            <a:ext cx="423441" cy="423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5CD7B9F6-4331-9E4E-990D-B1A72DCF62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it-IT" sz="2800" dirty="0">
                <a:latin typeface="Libre Franklin" pitchFamily="2" charset="0"/>
              </a:rPr>
              <a:t>⚙️</a:t>
            </a:r>
            <a:r>
              <a:rPr lang="en-GB" sz="2800" dirty="0"/>
              <a:t> General description of project</a:t>
            </a:r>
          </a:p>
        </p:txBody>
      </p:sp>
      <p:sp>
        <p:nvSpPr>
          <p:cNvPr id="10" name="Shape 2674">
            <a:extLst>
              <a:ext uri="{FF2B5EF4-FFF2-40B4-BE49-F238E27FC236}">
                <a16:creationId xmlns:a16="http://schemas.microsoft.com/office/drawing/2014/main" id="{6AE9B293-5938-1D44-22DB-35EAE9A1D74A}"/>
              </a:ext>
            </a:extLst>
          </p:cNvPr>
          <p:cNvSpPr/>
          <p:nvPr/>
        </p:nvSpPr>
        <p:spPr>
          <a:xfrm>
            <a:off x="5102585" y="2660886"/>
            <a:ext cx="8848666" cy="8494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54862" tIns="54862" rIns="54862" bIns="54862">
            <a:spAutoFit/>
          </a:bodyPr>
          <a:lstStyle/>
          <a:p>
            <a:r>
              <a:rPr lang="it-IT" sz="2400" b="1" dirty="0">
                <a:solidFill>
                  <a:srgbClr val="0698D6"/>
                </a:solidFill>
                <a:latin typeface="Libre Franklin" pitchFamily="2" charset="0"/>
              </a:rPr>
              <a:t>1–2 On‑</a:t>
            </a:r>
            <a:r>
              <a:rPr lang="it-IT" sz="2400" b="1" dirty="0" err="1">
                <a:solidFill>
                  <a:srgbClr val="0698D6"/>
                </a:solidFill>
                <a:latin typeface="Libre Franklin" pitchFamily="2" charset="0"/>
              </a:rPr>
              <a:t>prem</a:t>
            </a:r>
            <a:r>
              <a:rPr lang="it-IT" sz="2400" b="1" dirty="0">
                <a:solidFill>
                  <a:srgbClr val="0698D6"/>
                </a:solidFill>
                <a:latin typeface="Libre Franklin" pitchFamily="2" charset="0"/>
              </a:rPr>
              <a:t> servers </a:t>
            </a:r>
            <a:r>
              <a:rPr lang="it-IT" sz="2400" dirty="0">
                <a:latin typeface="Libre Franklin" pitchFamily="2" charset="0"/>
              </a:rPr>
              <a:t>(AI compute + </a:t>
            </a:r>
            <a:r>
              <a:rPr lang="it-IT" sz="2400" dirty="0" err="1">
                <a:latin typeface="Libre Franklin" pitchFamily="2" charset="0"/>
              </a:rPr>
              <a:t>application</a:t>
            </a:r>
            <a:r>
              <a:rPr lang="it-IT" sz="2400" dirty="0">
                <a:latin typeface="Libre Franklin" pitchFamily="2" charset="0"/>
              </a:rPr>
              <a:t> services)</a:t>
            </a:r>
          </a:p>
          <a:p>
            <a:endParaRPr lang="it-IT" sz="2400" dirty="0">
              <a:latin typeface="Libre Franklin" pitchFamily="2" charset="0"/>
            </a:endParaRPr>
          </a:p>
        </p:txBody>
      </p:sp>
      <p:sp>
        <p:nvSpPr>
          <p:cNvPr id="11" name="Shape 2674">
            <a:extLst>
              <a:ext uri="{FF2B5EF4-FFF2-40B4-BE49-F238E27FC236}">
                <a16:creationId xmlns:a16="http://schemas.microsoft.com/office/drawing/2014/main" id="{B1D199BF-C222-CA5D-1E66-193AD6E1F109}"/>
              </a:ext>
            </a:extLst>
          </p:cNvPr>
          <p:cNvSpPr/>
          <p:nvPr/>
        </p:nvSpPr>
        <p:spPr>
          <a:xfrm>
            <a:off x="5102585" y="3336827"/>
            <a:ext cx="9375415" cy="4801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54862" tIns="54862" rIns="54862" bIns="54862">
            <a:spAutoFit/>
          </a:bodyPr>
          <a:lstStyle/>
          <a:p>
            <a:r>
              <a:rPr lang="en-US" sz="2400" b="1" dirty="0">
                <a:solidFill>
                  <a:srgbClr val="0698D6"/>
                </a:solidFill>
                <a:latin typeface="Libre Franklin" pitchFamily="2" charset="0"/>
              </a:rPr>
              <a:t>1–2 managed Ethernet switches </a:t>
            </a:r>
            <a:r>
              <a:rPr lang="en-US" sz="2400" dirty="0">
                <a:latin typeface="Libre Franklin" pitchFamily="2" charset="0"/>
              </a:rPr>
              <a:t>(AI network / segmentation)</a:t>
            </a:r>
          </a:p>
        </p:txBody>
      </p:sp>
      <p:pic>
        <p:nvPicPr>
          <p:cNvPr id="14" name="Immagine 13" descr="Immagine che contiene unità, interno, design&#10;&#10;Il contenuto generato dall'IA potrebbe non essere corretto.">
            <a:extLst>
              <a:ext uri="{FF2B5EF4-FFF2-40B4-BE49-F238E27FC236}">
                <a16:creationId xmlns:a16="http://schemas.microsoft.com/office/drawing/2014/main" id="{60B303D3-F5F7-6E8E-006B-61A4DF27925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9233" y="1629894"/>
            <a:ext cx="1826232" cy="1826232"/>
          </a:xfrm>
          <a:prstGeom prst="rect">
            <a:avLst/>
          </a:prstGeom>
        </p:spPr>
      </p:pic>
      <p:pic>
        <p:nvPicPr>
          <p:cNvPr id="16" name="Immagine 15" descr="Immagine che contiene elettronica, Dispositivo elettronico, amplificatore, suono&#10;&#10;Il contenuto generato dall'IA potrebbe non essere corretto.">
            <a:extLst>
              <a:ext uri="{FF2B5EF4-FFF2-40B4-BE49-F238E27FC236}">
                <a16:creationId xmlns:a16="http://schemas.microsoft.com/office/drawing/2014/main" id="{4BF786FA-7BCD-3EC7-BC6A-34AEB74C5B4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8235" y="2709840"/>
            <a:ext cx="2717194" cy="1811463"/>
          </a:xfrm>
          <a:prstGeom prst="rect">
            <a:avLst/>
          </a:prstGeom>
        </p:spPr>
      </p:pic>
      <p:sp>
        <p:nvSpPr>
          <p:cNvPr id="18" name="Shape 2674">
            <a:extLst>
              <a:ext uri="{FF2B5EF4-FFF2-40B4-BE49-F238E27FC236}">
                <a16:creationId xmlns:a16="http://schemas.microsoft.com/office/drawing/2014/main" id="{FDC68914-5930-69C8-80CB-2A4E00CA4222}"/>
              </a:ext>
            </a:extLst>
          </p:cNvPr>
          <p:cNvSpPr/>
          <p:nvPr/>
        </p:nvSpPr>
        <p:spPr>
          <a:xfrm>
            <a:off x="5056300" y="4296667"/>
            <a:ext cx="9130528" cy="7263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54862" tIns="54862" rIns="54862" bIns="54862">
            <a:spAutoFit/>
          </a:bodyPr>
          <a:lstStyle/>
          <a:p>
            <a:r>
              <a:rPr lang="en-US" sz="2400" b="1" dirty="0">
                <a:solidFill>
                  <a:srgbClr val="0698D6"/>
                </a:solidFill>
                <a:latin typeface="Libre Franklin" pitchFamily="2" charset="0"/>
              </a:rPr>
              <a:t>Additional network hardware </a:t>
            </a:r>
            <a:r>
              <a:rPr lang="en-US" sz="2400" dirty="0">
                <a:latin typeface="Libre Franklin" pitchFamily="2" charset="0"/>
              </a:rPr>
              <a:t>(as needed)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Libre Franklin" pitchFamily="2" charset="0"/>
              </a:rPr>
              <a:t>access point</a:t>
            </a:r>
          </a:p>
        </p:txBody>
      </p:sp>
      <p:pic>
        <p:nvPicPr>
          <p:cNvPr id="26" name="Immagine 25">
            <a:extLst>
              <a:ext uri="{FF2B5EF4-FFF2-40B4-BE49-F238E27FC236}">
                <a16:creationId xmlns:a16="http://schemas.microsoft.com/office/drawing/2014/main" id="{990D62CB-5FDE-9DB3-C61C-23CE3CF7DB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807" y="5293485"/>
            <a:ext cx="1876393" cy="895551"/>
          </a:xfrm>
          <a:prstGeom prst="rect">
            <a:avLst/>
          </a:prstGeom>
        </p:spPr>
      </p:pic>
      <p:pic>
        <p:nvPicPr>
          <p:cNvPr id="28" name="Immagine 27">
            <a:extLst>
              <a:ext uri="{FF2B5EF4-FFF2-40B4-BE49-F238E27FC236}">
                <a16:creationId xmlns:a16="http://schemas.microsoft.com/office/drawing/2014/main" id="{0E18DD11-974B-5D74-5468-704F96B610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807" y="4438356"/>
            <a:ext cx="971412" cy="922841"/>
          </a:xfrm>
          <a:prstGeom prst="rect">
            <a:avLst/>
          </a:prstGeom>
        </p:spPr>
      </p:pic>
      <p:pic>
        <p:nvPicPr>
          <p:cNvPr id="35" name="Immagine 34">
            <a:extLst>
              <a:ext uri="{FF2B5EF4-FFF2-40B4-BE49-F238E27FC236}">
                <a16:creationId xmlns:a16="http://schemas.microsoft.com/office/drawing/2014/main" id="{C787926B-5B0E-2F61-A6E1-481D97D160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47929" y="4310894"/>
            <a:ext cx="971412" cy="922841"/>
          </a:xfrm>
          <a:prstGeom prst="rect">
            <a:avLst/>
          </a:prstGeom>
        </p:spPr>
      </p:pic>
      <p:pic>
        <p:nvPicPr>
          <p:cNvPr id="36" name="Immagine 35">
            <a:extLst>
              <a:ext uri="{FF2B5EF4-FFF2-40B4-BE49-F238E27FC236}">
                <a16:creationId xmlns:a16="http://schemas.microsoft.com/office/drawing/2014/main" id="{0D644206-CDFE-376C-0A1C-D48C31FE62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0578" y="4216954"/>
            <a:ext cx="971412" cy="922841"/>
          </a:xfrm>
          <a:prstGeom prst="rect">
            <a:avLst/>
          </a:prstGeom>
        </p:spPr>
      </p:pic>
      <p:pic>
        <p:nvPicPr>
          <p:cNvPr id="37" name="Immagine 36">
            <a:extLst>
              <a:ext uri="{FF2B5EF4-FFF2-40B4-BE49-F238E27FC236}">
                <a16:creationId xmlns:a16="http://schemas.microsoft.com/office/drawing/2014/main" id="{4D917D39-0690-F933-BA89-C5C5181050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2937" y="4012900"/>
            <a:ext cx="971412" cy="922841"/>
          </a:xfrm>
          <a:prstGeom prst="rect">
            <a:avLst/>
          </a:prstGeom>
        </p:spPr>
      </p:pic>
      <p:sp>
        <p:nvSpPr>
          <p:cNvPr id="38" name="Shape 2674">
            <a:extLst>
              <a:ext uri="{FF2B5EF4-FFF2-40B4-BE49-F238E27FC236}">
                <a16:creationId xmlns:a16="http://schemas.microsoft.com/office/drawing/2014/main" id="{848039E7-6537-2668-0239-95D27851A103}"/>
              </a:ext>
            </a:extLst>
          </p:cNvPr>
          <p:cNvSpPr/>
          <p:nvPr/>
        </p:nvSpPr>
        <p:spPr>
          <a:xfrm>
            <a:off x="5056300" y="5156106"/>
            <a:ext cx="9277444" cy="12187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54862" tIns="54862" rIns="54862" bIns="54862">
            <a:spAutoFit/>
          </a:bodyPr>
          <a:lstStyle/>
          <a:p>
            <a:r>
              <a:rPr lang="en-US" sz="2400" b="1" dirty="0">
                <a:solidFill>
                  <a:srgbClr val="0698D6"/>
                </a:solidFill>
                <a:latin typeface="Libre Franklin" pitchFamily="2" charset="0"/>
              </a:rPr>
              <a:t>Client endpoints: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600" dirty="0">
                <a:latin typeface="Libre Franklin" pitchFamily="2" charset="0"/>
              </a:rPr>
              <a:t>control‑room PC,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600" dirty="0">
                <a:latin typeface="Libre Franklin" pitchFamily="2" charset="0"/>
              </a:rPr>
              <a:t>shopfloor kiosk/totem,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600" dirty="0">
                <a:latin typeface="Libre Franklin" pitchFamily="2" charset="0"/>
              </a:rPr>
              <a:t>rugged tablet/laptop</a:t>
            </a:r>
            <a:endParaRPr lang="it-IT" sz="1600" dirty="0">
              <a:latin typeface="Libre Franklin" pitchFamily="2" charset="0"/>
            </a:endParaRPr>
          </a:p>
        </p:txBody>
      </p:sp>
      <p:pic>
        <p:nvPicPr>
          <p:cNvPr id="45" name="Immagine 44">
            <a:extLst>
              <a:ext uri="{FF2B5EF4-FFF2-40B4-BE49-F238E27FC236}">
                <a16:creationId xmlns:a16="http://schemas.microsoft.com/office/drawing/2014/main" id="{4F6ED95B-C3D1-13CF-C877-88024F130F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50445" y="5200096"/>
            <a:ext cx="1267087" cy="1125585"/>
          </a:xfrm>
          <a:prstGeom prst="rect">
            <a:avLst/>
          </a:prstGeom>
        </p:spPr>
      </p:pic>
      <p:pic>
        <p:nvPicPr>
          <p:cNvPr id="47" name="Immagine 46">
            <a:extLst>
              <a:ext uri="{FF2B5EF4-FFF2-40B4-BE49-F238E27FC236}">
                <a16:creationId xmlns:a16="http://schemas.microsoft.com/office/drawing/2014/main" id="{1010B1E2-39A3-ECCE-7C0C-90A89727963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81289" y="6481511"/>
            <a:ext cx="952071" cy="1169687"/>
          </a:xfrm>
          <a:prstGeom prst="rect">
            <a:avLst/>
          </a:prstGeom>
        </p:spPr>
      </p:pic>
      <p:sp>
        <p:nvSpPr>
          <p:cNvPr id="48" name="Shape 2674">
            <a:extLst>
              <a:ext uri="{FF2B5EF4-FFF2-40B4-BE49-F238E27FC236}">
                <a16:creationId xmlns:a16="http://schemas.microsoft.com/office/drawing/2014/main" id="{6F5D99DB-4929-F7A1-BE31-1E868490DBDE}"/>
              </a:ext>
            </a:extLst>
          </p:cNvPr>
          <p:cNvSpPr/>
          <p:nvPr/>
        </p:nvSpPr>
        <p:spPr>
          <a:xfrm>
            <a:off x="5056300" y="6432407"/>
            <a:ext cx="9250271" cy="12187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54862" tIns="54862" rIns="54862" bIns="54862">
            <a:spAutoFit/>
          </a:bodyPr>
          <a:lstStyle/>
          <a:p>
            <a:r>
              <a:rPr lang="en-US" sz="2400" b="1" dirty="0">
                <a:solidFill>
                  <a:srgbClr val="0698D6"/>
                </a:solidFill>
                <a:latin typeface="Libre Franklin" pitchFamily="2" charset="0"/>
              </a:rPr>
              <a:t>Wiring &amp; accessories: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Libre Franklin" pitchFamily="2" charset="0"/>
              </a:rPr>
              <a:t>power supply,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Libre Franklin" pitchFamily="2" charset="0"/>
              </a:rPr>
              <a:t>patch cords,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Libre Franklin" pitchFamily="2" charset="0"/>
              </a:rPr>
              <a:t>mounting and labeling</a:t>
            </a:r>
            <a:endParaRPr lang="it-IT" sz="1600" dirty="0">
              <a:latin typeface="Libre Franklin" pitchFamily="2" charset="0"/>
            </a:endParaRPr>
          </a:p>
        </p:txBody>
      </p:sp>
      <p:sp>
        <p:nvSpPr>
          <p:cNvPr id="2" name="Segnaposto testo 5">
            <a:extLst>
              <a:ext uri="{FF2B5EF4-FFF2-40B4-BE49-F238E27FC236}">
                <a16:creationId xmlns:a16="http://schemas.microsoft.com/office/drawing/2014/main" id="{371B9CAD-13F7-F58B-A8F5-9D7F83AED9B0}"/>
              </a:ext>
            </a:extLst>
          </p:cNvPr>
          <p:cNvSpPr txBox="1">
            <a:spLocks/>
          </p:cNvSpPr>
          <p:nvPr/>
        </p:nvSpPr>
        <p:spPr>
          <a:xfrm>
            <a:off x="609600" y="1447800"/>
            <a:ext cx="7430814" cy="636587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 kern="1200" spc="-90" baseline="0">
                <a:solidFill>
                  <a:schemeClr val="tx2"/>
                </a:solidFill>
                <a:latin typeface="Libre Franklin" panose="000008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b="1" kern="1200">
                <a:solidFill>
                  <a:srgbClr val="006695"/>
                </a:solidFill>
                <a:latin typeface="Libre Franklin" panose="00000800000000000000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b="1" kern="1200">
                <a:solidFill>
                  <a:srgbClr val="006695"/>
                </a:solidFill>
                <a:latin typeface="Libre Franklin" panose="00000800000000000000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b="1" kern="1200">
                <a:solidFill>
                  <a:srgbClr val="006695"/>
                </a:solidFill>
                <a:latin typeface="Libre Franklin" panose="00000800000000000000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b="1" kern="1200">
                <a:solidFill>
                  <a:srgbClr val="006695"/>
                </a:solidFill>
                <a:latin typeface="Libre Franklin" panose="000008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/>
              <a:t>     High </a:t>
            </a:r>
            <a:r>
              <a:rPr lang="it-IT" dirty="0" err="1"/>
              <a:t>level</a:t>
            </a:r>
            <a:r>
              <a:rPr lang="it-IT" dirty="0"/>
              <a:t> bill of </a:t>
            </a:r>
            <a:r>
              <a:rPr lang="it-IT" dirty="0" err="1"/>
              <a:t>material</a:t>
            </a:r>
            <a:endParaRPr lang="it-IT" dirty="0"/>
          </a:p>
        </p:txBody>
      </p:sp>
      <p:pic>
        <p:nvPicPr>
          <p:cNvPr id="3" name="Picture 2" descr="lego_brick - Discord Emoji">
            <a:extLst>
              <a:ext uri="{FF2B5EF4-FFF2-40B4-BE49-F238E27FC236}">
                <a16:creationId xmlns:a16="http://schemas.microsoft.com/office/drawing/2014/main" id="{2DF1C10E-6177-0D52-82E1-931190E117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447800"/>
            <a:ext cx="423441" cy="423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44833E-5A63-1D33-9B90-62FAEC464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1AF0CE1E-346B-B9C8-9159-ACAA11DCDA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it-IT" sz="2800" dirty="0">
                <a:latin typeface="Libre Franklin" pitchFamily="2" charset="0"/>
              </a:rPr>
              <a:t>⚙️</a:t>
            </a:r>
            <a:r>
              <a:rPr lang="en-GB" sz="2800" dirty="0"/>
              <a:t> General description of project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E988AD3-AC38-DD16-982E-C1595D533A7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it-IT" dirty="0"/>
              <a:t>Legenda</a:t>
            </a:r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6E988AA4-0216-BCFA-2001-B23B98B24B0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it-IT" dirty="0"/>
              <a:t>Features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B157D497-E608-4AD7-3068-35EBC44A02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587" y="2476149"/>
            <a:ext cx="2199127" cy="489650"/>
          </a:xfrm>
          <a:prstGeom prst="rect">
            <a:avLst/>
          </a:prstGeom>
        </p:spPr>
      </p:pic>
      <p:sp>
        <p:nvSpPr>
          <p:cNvPr id="2" name="Shape 2674">
            <a:extLst>
              <a:ext uri="{FF2B5EF4-FFF2-40B4-BE49-F238E27FC236}">
                <a16:creationId xmlns:a16="http://schemas.microsoft.com/office/drawing/2014/main" id="{19818C9D-A70B-C76E-DC41-CC120E0F5292}"/>
              </a:ext>
            </a:extLst>
          </p:cNvPr>
          <p:cNvSpPr/>
          <p:nvPr/>
        </p:nvSpPr>
        <p:spPr>
          <a:xfrm>
            <a:off x="3646061" y="2587501"/>
            <a:ext cx="7533567" cy="4801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54862" tIns="54862" rIns="54862" bIns="54862">
            <a:spAutoFit/>
          </a:bodyPr>
          <a:lstStyle/>
          <a:p>
            <a:r>
              <a:rPr lang="en-US" sz="2400" dirty="0">
                <a:latin typeface="Libre Franklin" pitchFamily="2" charset="0"/>
              </a:rPr>
              <a:t>Included in the first release (baseline scope)</a:t>
            </a:r>
            <a:endParaRPr lang="it-IT" sz="2400" dirty="0">
              <a:latin typeface="Libre Franklin" pitchFamily="2" charset="0"/>
            </a:endParaRPr>
          </a:p>
        </p:txBody>
      </p:sp>
      <p:sp>
        <p:nvSpPr>
          <p:cNvPr id="7" name="Shape 2674">
            <a:extLst>
              <a:ext uri="{FF2B5EF4-FFF2-40B4-BE49-F238E27FC236}">
                <a16:creationId xmlns:a16="http://schemas.microsoft.com/office/drawing/2014/main" id="{A81386A5-A816-3156-F894-9A3413D20018}"/>
              </a:ext>
            </a:extLst>
          </p:cNvPr>
          <p:cNvSpPr/>
          <p:nvPr/>
        </p:nvSpPr>
        <p:spPr>
          <a:xfrm>
            <a:off x="3646061" y="3961639"/>
            <a:ext cx="8360881" cy="4801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54862" tIns="54862" rIns="54862" bIns="54862">
            <a:spAutoFit/>
          </a:bodyPr>
          <a:lstStyle/>
          <a:p>
            <a:r>
              <a:rPr lang="en-US" sz="2400" dirty="0">
                <a:latin typeface="Libre Franklin" pitchFamily="2" charset="0"/>
              </a:rPr>
              <a:t>Planned post‑MVP (roadmap / next releases)</a:t>
            </a:r>
            <a:endParaRPr lang="it-IT" sz="2400" dirty="0">
              <a:latin typeface="Libre Franklin" pitchFamily="2" charset="0"/>
            </a:endParaRPr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9907453F-0AE0-A607-08DC-88168768C0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332" y="3643846"/>
            <a:ext cx="2308106" cy="797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1616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FE1CB2-842B-8842-8A1A-8624408C2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674">
            <a:extLst>
              <a:ext uri="{FF2B5EF4-FFF2-40B4-BE49-F238E27FC236}">
                <a16:creationId xmlns:a16="http://schemas.microsoft.com/office/drawing/2014/main" id="{B9979153-2368-BBD8-A81D-94C16598F4D8}"/>
              </a:ext>
            </a:extLst>
          </p:cNvPr>
          <p:cNvSpPr/>
          <p:nvPr/>
        </p:nvSpPr>
        <p:spPr>
          <a:xfrm>
            <a:off x="589833" y="1782038"/>
            <a:ext cx="13704235" cy="38041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54862" tIns="54862" rIns="54862" bIns="54862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it-IT" sz="2400" dirty="0">
                <a:latin typeface="Libre Franklin" pitchFamily="2" charset="0"/>
              </a:rPr>
              <a:t>Chat‑</a:t>
            </a:r>
            <a:r>
              <a:rPr lang="it-IT" sz="2400" dirty="0" err="1">
                <a:latin typeface="Libre Franklin" pitchFamily="2" charset="0"/>
              </a:rPr>
              <a:t>based</a:t>
            </a:r>
            <a:r>
              <a:rPr lang="it-IT" sz="2400" dirty="0">
                <a:latin typeface="Libre Franklin" pitchFamily="2" charset="0"/>
              </a:rPr>
              <a:t> </a:t>
            </a:r>
            <a:r>
              <a:rPr lang="it-IT" sz="2400" b="1" dirty="0" err="1">
                <a:solidFill>
                  <a:srgbClr val="0698D6"/>
                </a:solidFill>
                <a:latin typeface="Libre Franklin" pitchFamily="2" charset="0"/>
              </a:rPr>
              <a:t>guided</a:t>
            </a:r>
            <a:r>
              <a:rPr lang="it-IT" sz="2400" b="1" dirty="0">
                <a:solidFill>
                  <a:srgbClr val="0698D6"/>
                </a:solidFill>
                <a:latin typeface="Libre Franklin" pitchFamily="2" charset="0"/>
              </a:rPr>
              <a:t> </a:t>
            </a:r>
            <a:r>
              <a:rPr lang="it-IT" sz="2400" b="1" dirty="0" err="1">
                <a:solidFill>
                  <a:srgbClr val="0698D6"/>
                </a:solidFill>
                <a:latin typeface="Libre Franklin" pitchFamily="2" charset="0"/>
              </a:rPr>
              <a:t>troubleshooting</a:t>
            </a:r>
            <a:r>
              <a:rPr lang="it-IT" sz="2400" b="1" dirty="0">
                <a:solidFill>
                  <a:srgbClr val="0698D6"/>
                </a:solidFill>
                <a:latin typeface="Libre Franklin" pitchFamily="2" charset="0"/>
              </a:rPr>
              <a:t> </a:t>
            </a:r>
            <a:r>
              <a:rPr lang="it-IT" sz="2400" dirty="0" err="1">
                <a:latin typeface="Libre Franklin" pitchFamily="2" charset="0"/>
              </a:rPr>
              <a:t>grounded</a:t>
            </a:r>
            <a:r>
              <a:rPr lang="it-IT" sz="2400" dirty="0">
                <a:latin typeface="Libre Franklin" pitchFamily="2" charset="0"/>
              </a:rPr>
              <a:t> on </a:t>
            </a:r>
            <a:r>
              <a:rPr lang="it-IT" sz="2400" dirty="0" err="1">
                <a:latin typeface="Libre Franklin" pitchFamily="2" charset="0"/>
              </a:rPr>
              <a:t>validated</a:t>
            </a:r>
            <a:r>
              <a:rPr lang="it-IT" sz="2400" dirty="0">
                <a:latin typeface="Libre Franklin" pitchFamily="2" charset="0"/>
              </a:rPr>
              <a:t> Bottero </a:t>
            </a:r>
            <a:r>
              <a:rPr lang="it-IT" sz="2400" dirty="0" err="1">
                <a:latin typeface="Libre Franklin" pitchFamily="2" charset="0"/>
              </a:rPr>
              <a:t>documentation</a:t>
            </a:r>
            <a:r>
              <a:rPr lang="it-IT" sz="2400" dirty="0">
                <a:latin typeface="Libre Franklin" pitchFamily="2" charset="0"/>
              </a:rPr>
              <a:t> + </a:t>
            </a:r>
            <a:r>
              <a:rPr lang="it-IT" sz="2400" dirty="0" err="1">
                <a:latin typeface="Libre Franklin" pitchFamily="2" charset="0"/>
              </a:rPr>
              <a:t>read‑only</a:t>
            </a:r>
            <a:r>
              <a:rPr lang="it-IT" sz="2400" dirty="0">
                <a:latin typeface="Libre Franklin" pitchFamily="2" charset="0"/>
              </a:rPr>
              <a:t> machine </a:t>
            </a:r>
            <a:r>
              <a:rPr lang="it-IT" sz="2400" dirty="0" err="1">
                <a:latin typeface="Libre Franklin" pitchFamily="2" charset="0"/>
              </a:rPr>
              <a:t>context</a:t>
            </a:r>
            <a:r>
              <a:rPr lang="it-IT" sz="2400" dirty="0">
                <a:latin typeface="Libre Franklin" pitchFamily="2" charset="0"/>
              </a:rPr>
              <a:t> </a:t>
            </a:r>
            <a:r>
              <a:rPr lang="it-IT" sz="2400" dirty="0" err="1">
                <a:latin typeface="Libre Franklin" pitchFamily="2" charset="0"/>
              </a:rPr>
              <a:t>Structured</a:t>
            </a:r>
            <a:r>
              <a:rPr lang="it-IT" sz="2400" dirty="0">
                <a:latin typeface="Libre Franklin" pitchFamily="2" charset="0"/>
              </a:rPr>
              <a:t> workflow (</a:t>
            </a:r>
            <a:r>
              <a:rPr lang="it-IT" sz="2400" dirty="0" err="1">
                <a:latin typeface="Libre Franklin" pitchFamily="2" charset="0"/>
              </a:rPr>
              <a:t>Context</a:t>
            </a:r>
            <a:r>
              <a:rPr lang="it-IT" sz="2400" dirty="0">
                <a:latin typeface="Libre Franklin" pitchFamily="2" charset="0"/>
              </a:rPr>
              <a:t> → Docs </a:t>
            </a:r>
            <a:r>
              <a:rPr lang="it-IT" sz="2400" dirty="0" err="1">
                <a:latin typeface="Libre Franklin" pitchFamily="2" charset="0"/>
              </a:rPr>
              <a:t>retrieval</a:t>
            </a:r>
            <a:r>
              <a:rPr lang="it-IT" sz="2400" dirty="0">
                <a:latin typeface="Libre Franklin" pitchFamily="2" charset="0"/>
              </a:rPr>
              <a:t> → Read‑</a:t>
            </a:r>
            <a:r>
              <a:rPr lang="it-IT" sz="2400" dirty="0" err="1">
                <a:latin typeface="Libre Franklin" pitchFamily="2" charset="0"/>
              </a:rPr>
              <a:t>only</a:t>
            </a:r>
            <a:r>
              <a:rPr lang="it-IT" sz="2400" dirty="0">
                <a:latin typeface="Libre Franklin" pitchFamily="2" charset="0"/>
              </a:rPr>
              <a:t> data </a:t>
            </a:r>
            <a:r>
              <a:rPr lang="it-IT" sz="2400" dirty="0" err="1">
                <a:latin typeface="Libre Franklin" pitchFamily="2" charset="0"/>
              </a:rPr>
              <a:t>retrieval</a:t>
            </a:r>
            <a:r>
              <a:rPr lang="it-IT" sz="2400" dirty="0">
                <a:latin typeface="Libre Franklin" pitchFamily="2" charset="0"/>
              </a:rPr>
              <a:t> → </a:t>
            </a:r>
            <a:r>
              <a:rPr lang="it-IT" sz="2400" dirty="0" err="1">
                <a:latin typeface="Libre Franklin" pitchFamily="2" charset="0"/>
              </a:rPr>
              <a:t>Grounded</a:t>
            </a:r>
            <a:r>
              <a:rPr lang="it-IT" sz="2400" dirty="0">
                <a:latin typeface="Libre Franklin" pitchFamily="2" charset="0"/>
              </a:rPr>
              <a:t> </a:t>
            </a:r>
            <a:r>
              <a:rPr lang="it-IT" sz="2400" dirty="0" err="1">
                <a:latin typeface="Libre Franklin" pitchFamily="2" charset="0"/>
              </a:rPr>
              <a:t>answer</a:t>
            </a:r>
            <a:r>
              <a:rPr lang="it-IT" sz="2400" dirty="0">
                <a:latin typeface="Libre Franklin" pitchFamily="2" charset="0"/>
              </a:rPr>
              <a:t> → Session </a:t>
            </a:r>
            <a:r>
              <a:rPr lang="it-IT" sz="2400" dirty="0" err="1">
                <a:latin typeface="Libre Franklin" pitchFamily="2" charset="0"/>
              </a:rPr>
              <a:t>summary</a:t>
            </a:r>
            <a:r>
              <a:rPr lang="it-IT" sz="2400" dirty="0">
                <a:latin typeface="Libre Franklin" pitchFamily="2" charset="0"/>
              </a:rPr>
              <a:t> &amp; </a:t>
            </a:r>
            <a:r>
              <a:rPr lang="it-IT" sz="2400" dirty="0" err="1">
                <a:latin typeface="Libre Franklin" pitchFamily="2" charset="0"/>
              </a:rPr>
              <a:t>next</a:t>
            </a:r>
            <a:r>
              <a:rPr lang="it-IT" sz="2400" dirty="0">
                <a:latin typeface="Libre Franklin" pitchFamily="2" charset="0"/>
              </a:rPr>
              <a:t> prompts) </a:t>
            </a:r>
          </a:p>
          <a:p>
            <a:endParaRPr lang="it-IT" sz="1200" b="1" dirty="0">
              <a:solidFill>
                <a:srgbClr val="0698D6"/>
              </a:solidFill>
              <a:latin typeface="Libre Franklin" pitchFamily="2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it-IT" sz="2400" b="1" dirty="0">
                <a:solidFill>
                  <a:srgbClr val="0698D6"/>
                </a:solidFill>
                <a:latin typeface="Libre Franklin" pitchFamily="2" charset="0"/>
              </a:rPr>
              <a:t>Triage report generation</a:t>
            </a:r>
            <a:r>
              <a:rPr lang="it-IT" sz="2400" dirty="0">
                <a:latin typeface="Libre Franklin" pitchFamily="2" charset="0"/>
              </a:rPr>
              <a:t> for </a:t>
            </a:r>
            <a:r>
              <a:rPr lang="it-IT" sz="2400" dirty="0" err="1">
                <a:latin typeface="Libre Franklin" pitchFamily="2" charset="0"/>
              </a:rPr>
              <a:t>Tier</a:t>
            </a:r>
            <a:r>
              <a:rPr lang="it-IT" sz="2400" dirty="0">
                <a:latin typeface="Libre Franklin" pitchFamily="2" charset="0"/>
              </a:rPr>
              <a:t> 2/3 (status, </a:t>
            </a:r>
            <a:r>
              <a:rPr lang="it-IT" sz="2400" dirty="0" err="1">
                <a:latin typeface="Libre Franklin" pitchFamily="2" charset="0"/>
              </a:rPr>
              <a:t>recent</a:t>
            </a:r>
            <a:r>
              <a:rPr lang="it-IT" sz="2400" dirty="0">
                <a:latin typeface="Libre Franklin" pitchFamily="2" charset="0"/>
              </a:rPr>
              <a:t> </a:t>
            </a:r>
            <a:r>
              <a:rPr lang="it-IT" sz="2400" dirty="0" err="1">
                <a:latin typeface="Libre Franklin" pitchFamily="2" charset="0"/>
              </a:rPr>
              <a:t>alarms</a:t>
            </a:r>
            <a:r>
              <a:rPr lang="it-IT" sz="2400" dirty="0">
                <a:latin typeface="Libre Franklin" pitchFamily="2" charset="0"/>
              </a:rPr>
              <a:t>, </a:t>
            </a:r>
            <a:r>
              <a:rPr lang="it-IT" sz="2400" dirty="0" err="1">
                <a:latin typeface="Libre Franklin" pitchFamily="2" charset="0"/>
              </a:rPr>
              <a:t>suggested</a:t>
            </a:r>
            <a:r>
              <a:rPr lang="it-IT" sz="2400" dirty="0">
                <a:latin typeface="Libre Franklin" pitchFamily="2" charset="0"/>
              </a:rPr>
              <a:t> checks, user‑</a:t>
            </a:r>
            <a:r>
              <a:rPr lang="it-IT" sz="2400" dirty="0" err="1">
                <a:latin typeface="Libre Franklin" pitchFamily="2" charset="0"/>
              </a:rPr>
              <a:t>confirmed</a:t>
            </a:r>
            <a:r>
              <a:rPr lang="it-IT" sz="2400" dirty="0">
                <a:latin typeface="Libre Franklin" pitchFamily="2" charset="0"/>
              </a:rPr>
              <a:t> actions)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it-IT" sz="1200" dirty="0">
              <a:latin typeface="Libre Franklin" pitchFamily="2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it-IT" sz="2400" b="1" dirty="0" err="1">
                <a:solidFill>
                  <a:srgbClr val="0698D6"/>
                </a:solidFill>
                <a:latin typeface="Libre Franklin" pitchFamily="2" charset="0"/>
              </a:rPr>
              <a:t>Multilingual</a:t>
            </a:r>
            <a:r>
              <a:rPr lang="it-IT" sz="2400" b="1" dirty="0">
                <a:solidFill>
                  <a:srgbClr val="0698D6"/>
                </a:solidFill>
                <a:latin typeface="Libre Franklin" pitchFamily="2" charset="0"/>
              </a:rPr>
              <a:t> interaction </a:t>
            </a:r>
            <a:r>
              <a:rPr lang="it-IT" sz="2400" dirty="0">
                <a:latin typeface="Libre Franklin" pitchFamily="2" charset="0"/>
              </a:rPr>
              <a:t>with </a:t>
            </a:r>
            <a:r>
              <a:rPr lang="it-IT" sz="2400" dirty="0" err="1">
                <a:latin typeface="Libre Franklin" pitchFamily="2" charset="0"/>
              </a:rPr>
              <a:t>preserved</a:t>
            </a:r>
            <a:r>
              <a:rPr lang="it-IT" sz="2400" dirty="0">
                <a:latin typeface="Libre Franklin" pitchFamily="2" charset="0"/>
              </a:rPr>
              <a:t> technical </a:t>
            </a:r>
            <a:r>
              <a:rPr lang="it-IT" sz="2400" dirty="0" err="1">
                <a:latin typeface="Libre Franklin" pitchFamily="2" charset="0"/>
              </a:rPr>
              <a:t>terminology</a:t>
            </a:r>
            <a:r>
              <a:rPr lang="it-IT" sz="2400" dirty="0">
                <a:latin typeface="Libre Franklin" pitchFamily="2" charset="0"/>
              </a:rPr>
              <a:t> and </a:t>
            </a:r>
            <a:r>
              <a:rPr lang="it-IT" sz="2400" dirty="0" err="1">
                <a:latin typeface="Libre Franklin" pitchFamily="2" charset="0"/>
              </a:rPr>
              <a:t>cited</a:t>
            </a:r>
            <a:r>
              <a:rPr lang="it-IT" sz="2400" dirty="0">
                <a:latin typeface="Libre Franklin" pitchFamily="2" charset="0"/>
              </a:rPr>
              <a:t> sources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it-IT" sz="1200" b="1" dirty="0">
              <a:solidFill>
                <a:srgbClr val="0698D6"/>
              </a:solidFill>
              <a:latin typeface="Libre Franklin" pitchFamily="2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it-IT" sz="2400" b="1" dirty="0">
                <a:solidFill>
                  <a:srgbClr val="0698D6"/>
                </a:solidFill>
                <a:latin typeface="Libre Franklin" pitchFamily="2" charset="0"/>
              </a:rPr>
              <a:t>Guardrails by design</a:t>
            </a:r>
            <a:r>
              <a:rPr lang="it-IT" sz="2400" dirty="0">
                <a:latin typeface="Libre Franklin" pitchFamily="2" charset="0"/>
              </a:rPr>
              <a:t>: no </a:t>
            </a:r>
            <a:r>
              <a:rPr lang="it-IT" sz="2400" dirty="0" err="1">
                <a:latin typeface="Libre Franklin" pitchFamily="2" charset="0"/>
              </a:rPr>
              <a:t>write</a:t>
            </a:r>
            <a:r>
              <a:rPr lang="it-IT" sz="2400" dirty="0">
                <a:latin typeface="Libre Franklin" pitchFamily="2" charset="0"/>
              </a:rPr>
              <a:t> access to </a:t>
            </a:r>
            <a:r>
              <a:rPr lang="it-IT" sz="2400" dirty="0" err="1">
                <a:latin typeface="Libre Franklin" pitchFamily="2" charset="0"/>
              </a:rPr>
              <a:t>machinery</a:t>
            </a:r>
            <a:r>
              <a:rPr lang="it-IT" sz="2400" dirty="0">
                <a:latin typeface="Libre Franklin" pitchFamily="2" charset="0"/>
              </a:rPr>
              <a:t>, explicit “I do </a:t>
            </a:r>
            <a:r>
              <a:rPr lang="it-IT" sz="2400" dirty="0" err="1">
                <a:latin typeface="Libre Franklin" pitchFamily="2" charset="0"/>
              </a:rPr>
              <a:t>not</a:t>
            </a:r>
            <a:r>
              <a:rPr lang="it-IT" sz="2400" dirty="0">
                <a:latin typeface="Libre Franklin" pitchFamily="2" charset="0"/>
              </a:rPr>
              <a:t> know” </a:t>
            </a:r>
            <a:r>
              <a:rPr lang="it-IT" sz="2400" dirty="0" err="1">
                <a:latin typeface="Libre Franklin" pitchFamily="2" charset="0"/>
              </a:rPr>
              <a:t>when</a:t>
            </a:r>
            <a:r>
              <a:rPr lang="it-IT" sz="2400" dirty="0">
                <a:latin typeface="Libre Franklin" pitchFamily="2" charset="0"/>
              </a:rPr>
              <a:t> </a:t>
            </a:r>
            <a:r>
              <a:rPr lang="it-IT" sz="2400" dirty="0" err="1">
                <a:latin typeface="Libre Franklin" pitchFamily="2" charset="0"/>
              </a:rPr>
              <a:t>evidence</a:t>
            </a:r>
            <a:r>
              <a:rPr lang="it-IT" sz="2400" dirty="0">
                <a:latin typeface="Libre Franklin" pitchFamily="2" charset="0"/>
              </a:rPr>
              <a:t> </a:t>
            </a:r>
            <a:r>
              <a:rPr lang="it-IT" sz="2400" dirty="0" err="1">
                <a:latin typeface="Libre Franklin" pitchFamily="2" charset="0"/>
              </a:rPr>
              <a:t>is</a:t>
            </a:r>
            <a:r>
              <a:rPr lang="it-IT" sz="2400" dirty="0">
                <a:latin typeface="Libre Franklin" pitchFamily="2" charset="0"/>
              </a:rPr>
              <a:t> </a:t>
            </a:r>
            <a:r>
              <a:rPr lang="it-IT" sz="2400" dirty="0" err="1">
                <a:latin typeface="Libre Franklin" pitchFamily="2" charset="0"/>
              </a:rPr>
              <a:t>missing</a:t>
            </a:r>
            <a:r>
              <a:rPr lang="it-IT" sz="2400" dirty="0">
                <a:latin typeface="Libre Franklin" pitchFamily="2" charset="0"/>
              </a:rPr>
              <a:t>, no </a:t>
            </a:r>
            <a:r>
              <a:rPr lang="it-IT" sz="2400" dirty="0" err="1">
                <a:latin typeface="Libre Franklin" pitchFamily="2" charset="0"/>
              </a:rPr>
              <a:t>unsafe</a:t>
            </a:r>
            <a:r>
              <a:rPr lang="it-IT" sz="2400" dirty="0">
                <a:latin typeface="Libre Franklin" pitchFamily="2" charset="0"/>
              </a:rPr>
              <a:t> tuning </a:t>
            </a:r>
            <a:r>
              <a:rPr lang="it-IT" sz="2400" dirty="0" err="1">
                <a:latin typeface="Libre Franklin" pitchFamily="2" charset="0"/>
              </a:rPr>
              <a:t>recommendations</a:t>
            </a:r>
            <a:endParaRPr lang="it-IT" sz="2400" dirty="0">
              <a:latin typeface="Libre Franklin" pitchFamily="2" charset="0"/>
            </a:endParaRPr>
          </a:p>
          <a:p>
            <a:endParaRPr lang="it-IT" sz="1200" dirty="0">
              <a:latin typeface="Libre Franklin" pitchFamily="2" charset="0"/>
            </a:endParaRP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BC62FE8D-3954-62CF-6B63-C89D8DEE44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it-IT" sz="2800" dirty="0">
                <a:latin typeface="Libre Franklin" pitchFamily="2" charset="0"/>
              </a:rPr>
              <a:t>⚙️</a:t>
            </a:r>
            <a:r>
              <a:rPr lang="en-GB" sz="2800" dirty="0"/>
              <a:t> General description of project</a:t>
            </a:r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839CBAD7-81FA-7DB3-9597-58C880E5E66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it-IT" dirty="0"/>
              <a:t>Features</a:t>
            </a: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D6DB2561-E301-4A37-BC9D-51766A3D9F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2515" y="3482972"/>
            <a:ext cx="1856288" cy="641725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DA6A228A-3772-4982-6965-E96E4344C7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2771" y="2560755"/>
            <a:ext cx="1991543" cy="443430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D9DD7BD8-5320-C326-E04B-59FA035C77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14314" y="3979776"/>
            <a:ext cx="1991543" cy="443430"/>
          </a:xfrm>
          <a:prstGeom prst="rect">
            <a:avLst/>
          </a:prstGeom>
        </p:spPr>
      </p:pic>
      <p:pic>
        <p:nvPicPr>
          <p:cNvPr id="12" name="Immagine 11">
            <a:extLst>
              <a:ext uri="{FF2B5EF4-FFF2-40B4-BE49-F238E27FC236}">
                <a16:creationId xmlns:a16="http://schemas.microsoft.com/office/drawing/2014/main" id="{D340568D-F604-DD0A-C0CE-0D13DAE9BC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1650" y="4906641"/>
            <a:ext cx="1991543" cy="443430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8C9014F2-7E7D-5171-C65D-25F7FB9D051A}"/>
              </a:ext>
            </a:extLst>
          </p:cNvPr>
          <p:cNvSpPr txBox="1"/>
          <p:nvPr/>
        </p:nvSpPr>
        <p:spPr>
          <a:xfrm>
            <a:off x="7315200" y="7335694"/>
            <a:ext cx="7315200" cy="327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  <a:buNone/>
            </a:pPr>
            <a:r>
              <a:rPr lang="it-IT" sz="14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Libre Franklin" panose="00000500000000000000" pitchFamily="2" charset="0"/>
                <a:ea typeface="Calibri" panose="020F0502020204030204" pitchFamily="34" charset="0"/>
                <a:cs typeface="Arial" panose="020B0604020202020204" pitchFamily="34" charset="0"/>
              </a:rPr>
              <a:t>See «</a:t>
            </a:r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Libre Franklin" panose="00000500000000000000" pitchFamily="2" charset="0"/>
                <a:ea typeface="Calibri" panose="020F0502020204030204" pitchFamily="34" charset="0"/>
                <a:cs typeface="Arial" panose="020B0604020202020204" pitchFamily="34" charset="0"/>
              </a:rPr>
              <a:t>3.2	General goals of project</a:t>
            </a:r>
            <a:r>
              <a:rPr lang="it-IT" sz="14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Libre Franklin" panose="00000500000000000000" pitchFamily="2" charset="0"/>
                <a:ea typeface="Calibri" panose="020F0502020204030204" pitchFamily="34" charset="0"/>
                <a:cs typeface="Arial" panose="020B0604020202020204" pitchFamily="34" charset="0"/>
              </a:rPr>
              <a:t>»</a:t>
            </a:r>
            <a:endParaRPr lang="it-IT" sz="1400" dirty="0">
              <a:effectLst/>
              <a:latin typeface="Libre Franklin Light" panose="00000400000000000000" pitchFamily="2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60771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A8C95E-DDF4-A8C7-8251-A3A4651B5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674">
            <a:extLst>
              <a:ext uri="{FF2B5EF4-FFF2-40B4-BE49-F238E27FC236}">
                <a16:creationId xmlns:a16="http://schemas.microsoft.com/office/drawing/2014/main" id="{2D3F0EF5-12DF-5B0C-1DE0-80847B71E7D7}"/>
              </a:ext>
            </a:extLst>
          </p:cNvPr>
          <p:cNvSpPr/>
          <p:nvPr/>
        </p:nvSpPr>
        <p:spPr>
          <a:xfrm>
            <a:off x="589833" y="1782038"/>
            <a:ext cx="13704235" cy="620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54862" tIns="54862" rIns="54862" bIns="54862">
            <a:spAutoFit/>
          </a:bodyPr>
          <a:lstStyle/>
          <a:p>
            <a:endParaRPr lang="it-IT" sz="1200" dirty="0">
              <a:latin typeface="Libre Franklin" pitchFamily="2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it-IT" sz="2400" b="1" dirty="0">
                <a:solidFill>
                  <a:srgbClr val="0698D6"/>
                </a:solidFill>
                <a:latin typeface="Libre Franklin"/>
              </a:rPr>
              <a:t>Preventive / </a:t>
            </a:r>
            <a:r>
              <a:rPr lang="it-IT" sz="2400" b="1" dirty="0" err="1">
                <a:solidFill>
                  <a:srgbClr val="0698D6"/>
                </a:solidFill>
                <a:latin typeface="Libre Franklin"/>
              </a:rPr>
              <a:t>predictive</a:t>
            </a:r>
            <a:r>
              <a:rPr lang="it-IT" sz="2400" b="1" dirty="0">
                <a:solidFill>
                  <a:srgbClr val="0698D6"/>
                </a:solidFill>
                <a:latin typeface="Libre Franklin"/>
              </a:rPr>
              <a:t> </a:t>
            </a:r>
            <a:r>
              <a:rPr lang="it-IT" sz="2400" b="1" dirty="0" err="1">
                <a:solidFill>
                  <a:srgbClr val="0698D6"/>
                </a:solidFill>
                <a:latin typeface="Libre Franklin"/>
              </a:rPr>
              <a:t>maintenance</a:t>
            </a:r>
            <a:r>
              <a:rPr lang="it-IT" sz="2400" dirty="0">
                <a:latin typeface="Libre Franklin"/>
              </a:rPr>
              <a:t>: </a:t>
            </a:r>
            <a:r>
              <a:rPr lang="it-IT" sz="2400" dirty="0" err="1">
                <a:latin typeface="Libre Franklin"/>
              </a:rPr>
              <a:t>detect</a:t>
            </a:r>
            <a:r>
              <a:rPr lang="it-IT" sz="2400" dirty="0">
                <a:latin typeface="Libre Franklin"/>
              </a:rPr>
              <a:t> </a:t>
            </a:r>
            <a:r>
              <a:rPr lang="it-IT" sz="2400" dirty="0" err="1">
                <a:latin typeface="Libre Franklin"/>
              </a:rPr>
              <a:t>recurring</a:t>
            </a:r>
            <a:r>
              <a:rPr lang="it-IT" sz="2400" dirty="0">
                <a:latin typeface="Libre Franklin"/>
              </a:rPr>
              <a:t> patterns </a:t>
            </a:r>
            <a:r>
              <a:rPr lang="it-IT" sz="2400" dirty="0" err="1">
                <a:latin typeface="Libre Franklin"/>
              </a:rPr>
              <a:t>across</a:t>
            </a:r>
            <a:r>
              <a:rPr lang="it-IT" sz="2400" dirty="0">
                <a:latin typeface="Libre Franklin"/>
              </a:rPr>
              <a:t> </a:t>
            </a:r>
            <a:r>
              <a:rPr lang="it-IT" sz="2400" dirty="0" err="1">
                <a:latin typeface="Libre Franklin"/>
              </a:rPr>
              <a:t>alarms</a:t>
            </a:r>
            <a:r>
              <a:rPr lang="it-IT" sz="2400" dirty="0">
                <a:latin typeface="Libre Franklin"/>
              </a:rPr>
              <a:t>/events/counters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it-IT" sz="2400" dirty="0">
              <a:latin typeface="Libre Franklin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it-IT" sz="2400" dirty="0" err="1">
                <a:latin typeface="Libre Franklin"/>
              </a:rPr>
              <a:t>Assisted</a:t>
            </a:r>
            <a:r>
              <a:rPr lang="it-IT" sz="2400" dirty="0">
                <a:latin typeface="Libre Franklin"/>
              </a:rPr>
              <a:t> </a:t>
            </a:r>
            <a:r>
              <a:rPr lang="it-IT" sz="2400" b="1" dirty="0" err="1">
                <a:solidFill>
                  <a:srgbClr val="0698D6"/>
                </a:solidFill>
                <a:latin typeface="Libre Franklin"/>
              </a:rPr>
              <a:t>spare</a:t>
            </a:r>
            <a:r>
              <a:rPr lang="it-IT" sz="2400" b="1" dirty="0">
                <a:solidFill>
                  <a:srgbClr val="0698D6"/>
                </a:solidFill>
                <a:latin typeface="Libre Franklin"/>
              </a:rPr>
              <a:t>‑parts </a:t>
            </a:r>
            <a:r>
              <a:rPr lang="it-IT" sz="2400" dirty="0" err="1">
                <a:latin typeface="Libre Franklin"/>
              </a:rPr>
              <a:t>identification</a:t>
            </a:r>
            <a:r>
              <a:rPr lang="it-IT" sz="2400" dirty="0">
                <a:latin typeface="Libre Franklin"/>
              </a:rPr>
              <a:t> from user </a:t>
            </a:r>
            <a:r>
              <a:rPr lang="it-IT" sz="2400" dirty="0" err="1">
                <a:latin typeface="Libre Franklin"/>
              </a:rPr>
              <a:t>manual</a:t>
            </a:r>
            <a:r>
              <a:rPr lang="it-IT" sz="2400" dirty="0">
                <a:latin typeface="Libre Franklin"/>
              </a:rPr>
              <a:t> (</a:t>
            </a:r>
            <a:r>
              <a:rPr lang="it-IT" sz="2400" dirty="0" err="1">
                <a:latin typeface="Libre Franklin"/>
              </a:rPr>
              <a:t>photos</a:t>
            </a:r>
            <a:r>
              <a:rPr lang="it-IT" sz="2400" dirty="0">
                <a:latin typeface="Libre Franklin"/>
              </a:rPr>
              <a:t>, </a:t>
            </a:r>
            <a:r>
              <a:rPr lang="it-IT" sz="2400" dirty="0" err="1">
                <a:latin typeface="Libre Franklin"/>
              </a:rPr>
              <a:t>partial</a:t>
            </a:r>
            <a:r>
              <a:rPr lang="it-IT" sz="2400" dirty="0">
                <a:latin typeface="Libre Franklin"/>
              </a:rPr>
              <a:t> </a:t>
            </a:r>
            <a:r>
              <a:rPr lang="it-IT" sz="2400" dirty="0" err="1">
                <a:latin typeface="Libre Franklin"/>
              </a:rPr>
              <a:t>codes</a:t>
            </a:r>
            <a:r>
              <a:rPr lang="it-IT" sz="2400" dirty="0">
                <a:latin typeface="Libre Franklin"/>
              </a:rPr>
              <a:t>, </a:t>
            </a:r>
            <a:r>
              <a:rPr lang="it-IT" sz="2400" dirty="0" err="1">
                <a:latin typeface="Libre Franklin"/>
              </a:rPr>
              <a:t>ballooned</a:t>
            </a:r>
            <a:r>
              <a:rPr lang="it-IT" sz="2400" dirty="0">
                <a:latin typeface="Libre Franklin"/>
              </a:rPr>
              <a:t> </a:t>
            </a:r>
            <a:r>
              <a:rPr lang="it-IT" sz="2400" dirty="0" err="1">
                <a:latin typeface="Libre Franklin"/>
              </a:rPr>
              <a:t>drawings</a:t>
            </a:r>
            <a:r>
              <a:rPr lang="it-IT" sz="2400" dirty="0">
                <a:latin typeface="Libre Franklin"/>
              </a:rPr>
              <a:t>) + </a:t>
            </a:r>
            <a:r>
              <a:rPr lang="it-IT" sz="2400" dirty="0" err="1">
                <a:latin typeface="Libre Franklin"/>
              </a:rPr>
              <a:t>potential</a:t>
            </a:r>
            <a:r>
              <a:rPr lang="it-IT" sz="2400" dirty="0">
                <a:latin typeface="Libre Franklin"/>
              </a:rPr>
              <a:t> workflow to sales/service follow‑up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it-IT" sz="2400" dirty="0">
              <a:latin typeface="Libre Franklin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it-IT" sz="2400" b="1" dirty="0" err="1">
                <a:solidFill>
                  <a:srgbClr val="0698D6"/>
                </a:solidFill>
                <a:latin typeface="Libre Franklin"/>
              </a:rPr>
              <a:t>Directional</a:t>
            </a:r>
            <a:r>
              <a:rPr lang="it-IT" sz="2400" b="1" dirty="0">
                <a:solidFill>
                  <a:srgbClr val="0698D6"/>
                </a:solidFill>
                <a:latin typeface="Libre Franklin"/>
              </a:rPr>
              <a:t> reporting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it-IT" sz="2400" b="1" dirty="0">
              <a:solidFill>
                <a:srgbClr val="0698D6"/>
              </a:solidFill>
              <a:latin typeface="Libre Franklin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it-IT" sz="2400" b="1" dirty="0">
                <a:solidFill>
                  <a:srgbClr val="0698D6"/>
                </a:solidFill>
                <a:latin typeface="Libre Franklin"/>
              </a:rPr>
              <a:t>Training session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it-IT" sz="2400" b="1" dirty="0">
              <a:solidFill>
                <a:srgbClr val="0698D6"/>
              </a:solidFill>
              <a:latin typeface="Libre Franklin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it-IT" sz="2400" b="1" dirty="0" err="1">
                <a:solidFill>
                  <a:srgbClr val="0698D6"/>
                </a:solidFill>
                <a:latin typeface="Libre Franklin"/>
              </a:rPr>
              <a:t>Multiline</a:t>
            </a:r>
            <a:r>
              <a:rPr lang="it-IT" sz="2400" b="1" dirty="0">
                <a:solidFill>
                  <a:srgbClr val="0698D6"/>
                </a:solidFill>
                <a:latin typeface="Libre Franklin"/>
              </a:rPr>
              <a:t> </a:t>
            </a:r>
            <a:r>
              <a:rPr lang="it-IT" sz="2400" b="1" dirty="0" err="1">
                <a:solidFill>
                  <a:srgbClr val="0698D6"/>
                </a:solidFill>
                <a:latin typeface="Libre Franklin"/>
              </a:rPr>
              <a:t>configuration</a:t>
            </a:r>
            <a:endParaRPr lang="it-IT" sz="2400" b="1" dirty="0">
              <a:solidFill>
                <a:srgbClr val="0698D6"/>
              </a:solidFill>
              <a:latin typeface="Libre Franklin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it-IT" sz="2400" b="1" dirty="0">
              <a:solidFill>
                <a:srgbClr val="0698D6"/>
              </a:solidFill>
              <a:latin typeface="Libre Franklin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it-IT" sz="2400" b="1" dirty="0">
              <a:solidFill>
                <a:srgbClr val="0698D6"/>
              </a:solidFill>
              <a:latin typeface="Libre Franklin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it-IT" sz="2400" b="1" dirty="0">
              <a:solidFill>
                <a:srgbClr val="0698D6"/>
              </a:solidFill>
              <a:latin typeface="Libre Franklin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it-IT" sz="2400" b="1" dirty="0">
              <a:solidFill>
                <a:srgbClr val="0698D6"/>
              </a:solidFill>
              <a:latin typeface="Libre Franklin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sz="2400" b="1" dirty="0">
              <a:solidFill>
                <a:srgbClr val="0698D6"/>
              </a:solidFill>
              <a:latin typeface="Libre Franklin"/>
            </a:endParaRP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DD5EE043-5D83-B343-5CCE-1AB763EA903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it-IT" sz="2800" dirty="0">
                <a:latin typeface="Libre Franklin" pitchFamily="2" charset="0"/>
              </a:rPr>
              <a:t>⚙️</a:t>
            </a:r>
            <a:r>
              <a:rPr lang="en-GB" sz="2800" dirty="0"/>
              <a:t> General description of project</a:t>
            </a:r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7368B6B9-B7F3-C2A8-D28A-D09C71FA2DB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it-IT" dirty="0"/>
              <a:t>Features</a:t>
            </a: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9A40FAC5-5983-CDB1-8606-8D828DE084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2515" y="2382035"/>
            <a:ext cx="1856288" cy="641725"/>
          </a:xfrm>
          <a:prstGeom prst="rect">
            <a:avLst/>
          </a:prstGeom>
        </p:spPr>
      </p:pic>
      <p:pic>
        <p:nvPicPr>
          <p:cNvPr id="15" name="Immagine 14">
            <a:extLst>
              <a:ext uri="{FF2B5EF4-FFF2-40B4-BE49-F238E27FC236}">
                <a16:creationId xmlns:a16="http://schemas.microsoft.com/office/drawing/2014/main" id="{C0461B5D-4532-4513-5A00-AF9052C69A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3526" y="3462253"/>
            <a:ext cx="1856288" cy="641725"/>
          </a:xfrm>
          <a:prstGeom prst="rect">
            <a:avLst/>
          </a:prstGeom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FE248AC8-BA8B-FA35-9537-BC418FF59B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2515" y="4189225"/>
            <a:ext cx="1856288" cy="641725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DFDC0C13-02D9-4419-DE0F-FF529BA33D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2515" y="4904466"/>
            <a:ext cx="1856288" cy="641725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D07D7BB6-29CA-809F-4880-B08AC4F7609B}"/>
              </a:ext>
            </a:extLst>
          </p:cNvPr>
          <p:cNvSpPr txBox="1"/>
          <p:nvPr/>
        </p:nvSpPr>
        <p:spPr>
          <a:xfrm>
            <a:off x="7315200" y="7335694"/>
            <a:ext cx="7315200" cy="327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  <a:buNone/>
            </a:pPr>
            <a:r>
              <a:rPr lang="it-IT" sz="14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Libre Franklin" panose="00000500000000000000" pitchFamily="2" charset="0"/>
                <a:ea typeface="Calibri" panose="020F0502020204030204" pitchFamily="34" charset="0"/>
                <a:cs typeface="Arial" panose="020B0604020202020204" pitchFamily="34" charset="0"/>
              </a:rPr>
              <a:t>See «</a:t>
            </a:r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Libre Franklin" panose="00000500000000000000" pitchFamily="2" charset="0"/>
                <a:ea typeface="Calibri" panose="020F0502020204030204" pitchFamily="34" charset="0"/>
                <a:cs typeface="Arial" panose="020B0604020202020204" pitchFamily="34" charset="0"/>
              </a:rPr>
              <a:t>3.2	General goals of project</a:t>
            </a:r>
            <a:r>
              <a:rPr lang="it-IT" sz="14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Libre Franklin" panose="00000500000000000000" pitchFamily="2" charset="0"/>
                <a:ea typeface="Calibri" panose="020F0502020204030204" pitchFamily="34" charset="0"/>
                <a:cs typeface="Arial" panose="020B0604020202020204" pitchFamily="34" charset="0"/>
              </a:rPr>
              <a:t>»</a:t>
            </a:r>
            <a:endParaRPr lang="it-IT" sz="1400" dirty="0">
              <a:effectLst/>
              <a:latin typeface="Libre Franklin Light" panose="00000400000000000000" pitchFamily="2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F28FD572-AF91-03E9-F39C-5F64107426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4305" y="5616265"/>
            <a:ext cx="1856288" cy="641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949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674">
            <a:extLst>
              <a:ext uri="{FF2B5EF4-FFF2-40B4-BE49-F238E27FC236}">
                <a16:creationId xmlns:a16="http://schemas.microsoft.com/office/drawing/2014/main" id="{B423EF21-52F7-4629-AA9F-04070AD23E34}"/>
              </a:ext>
            </a:extLst>
          </p:cNvPr>
          <p:cNvSpPr/>
          <p:nvPr/>
        </p:nvSpPr>
        <p:spPr>
          <a:xfrm>
            <a:off x="589833" y="2239240"/>
            <a:ext cx="13945973" cy="5650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54862" tIns="54862" rIns="54862" bIns="54862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it-IT" sz="2400" dirty="0">
                <a:latin typeface="Libre Franklin" pitchFamily="2" charset="0"/>
              </a:rPr>
              <a:t>Software solution developed as an </a:t>
            </a:r>
            <a:r>
              <a:rPr lang="it-IT" sz="2400" b="1" dirty="0">
                <a:solidFill>
                  <a:srgbClr val="0698D6"/>
                </a:solidFill>
                <a:latin typeface="Libre Franklin" pitchFamily="2" charset="0"/>
              </a:rPr>
              <a:t>on-premise</a:t>
            </a:r>
            <a:r>
              <a:rPr lang="it-IT" sz="2400" dirty="0">
                <a:latin typeface="Libre Franklin" pitchFamily="2" charset="0"/>
              </a:rPr>
              <a:t> industrial application running on a dedicated server external to the machine control system.</a:t>
            </a:r>
          </a:p>
          <a:p>
            <a:endParaRPr lang="it-IT" sz="2400" dirty="0">
              <a:latin typeface="Libre Franklin" pitchFamily="2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it-IT" sz="2400" dirty="0" err="1">
                <a:latin typeface="Libre Franklin" pitchFamily="2" charset="0"/>
              </a:rPr>
              <a:t>Based</a:t>
            </a:r>
            <a:r>
              <a:rPr lang="it-IT" sz="2400" dirty="0">
                <a:latin typeface="Libre Franklin" pitchFamily="2" charset="0"/>
              </a:rPr>
              <a:t> on </a:t>
            </a:r>
            <a:r>
              <a:rPr lang="it-IT" sz="2400" b="1" dirty="0">
                <a:solidFill>
                  <a:srgbClr val="0698D6"/>
                </a:solidFill>
                <a:latin typeface="Libre Franklin" pitchFamily="2" charset="0"/>
              </a:rPr>
              <a:t>LLM</a:t>
            </a:r>
            <a:r>
              <a:rPr lang="it-IT" sz="2400" dirty="0">
                <a:latin typeface="Libre Franklin" pitchFamily="2" charset="0"/>
              </a:rPr>
              <a:t> with Retrieval-Augmented Generation (RAG) architecture.</a:t>
            </a:r>
          </a:p>
          <a:p>
            <a:endParaRPr lang="it-IT" sz="2400" dirty="0">
              <a:latin typeface="Libre Franklin" pitchFamily="2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it-IT" sz="2400" dirty="0">
                <a:latin typeface="Libre Franklin" pitchFamily="2" charset="0"/>
              </a:rPr>
              <a:t>Must combine </a:t>
            </a:r>
            <a:r>
              <a:rPr lang="it-IT" sz="2400" b="1" dirty="0">
                <a:solidFill>
                  <a:srgbClr val="0698D6"/>
                </a:solidFill>
                <a:latin typeface="Libre Franklin" pitchFamily="2" charset="0"/>
              </a:rPr>
              <a:t>static technical </a:t>
            </a:r>
            <a:r>
              <a:rPr lang="it-IT" sz="2400" b="1" dirty="0" err="1">
                <a:solidFill>
                  <a:srgbClr val="0698D6"/>
                </a:solidFill>
                <a:latin typeface="Libre Franklin" pitchFamily="2" charset="0"/>
              </a:rPr>
              <a:t>knowledgebase</a:t>
            </a:r>
            <a:r>
              <a:rPr lang="it-IT" sz="2400" b="1" dirty="0">
                <a:solidFill>
                  <a:srgbClr val="0698D6"/>
                </a:solidFill>
                <a:latin typeface="Libre Franklin" pitchFamily="2" charset="0"/>
              </a:rPr>
              <a:t> </a:t>
            </a:r>
            <a:r>
              <a:rPr lang="it-IT" sz="2400" dirty="0">
                <a:latin typeface="Libre Franklin" pitchFamily="2" charset="0"/>
              </a:rPr>
              <a:t>and </a:t>
            </a:r>
            <a:r>
              <a:rPr lang="it-IT" sz="2400" b="1" dirty="0">
                <a:solidFill>
                  <a:srgbClr val="0698D6"/>
                </a:solidFill>
                <a:latin typeface="Libre Franklin" pitchFamily="2" charset="0"/>
              </a:rPr>
              <a:t>dynamic machine context </a:t>
            </a:r>
            <a:r>
              <a:rPr lang="it-IT" sz="2400" dirty="0">
                <a:latin typeface="Libre Franklin" pitchFamily="2" charset="0"/>
              </a:rPr>
              <a:t>in the same answer flow.</a:t>
            </a:r>
          </a:p>
          <a:p>
            <a:endParaRPr lang="en-IN" sz="2400" dirty="0">
              <a:solidFill>
                <a:srgbClr val="0698D6"/>
              </a:solidFill>
              <a:latin typeface="Libre Franklin" pitchFamily="2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it-IT" sz="2400" b="1" dirty="0" err="1">
                <a:solidFill>
                  <a:srgbClr val="0698D6"/>
                </a:solidFill>
                <a:latin typeface="Libre Franklin" pitchFamily="2" charset="0"/>
              </a:rPr>
              <a:t>Static</a:t>
            </a:r>
            <a:r>
              <a:rPr lang="it-IT" sz="2400" b="1" dirty="0">
                <a:solidFill>
                  <a:srgbClr val="0698D6"/>
                </a:solidFill>
                <a:latin typeface="Libre Franklin" pitchFamily="2" charset="0"/>
              </a:rPr>
              <a:t> technical knowledge </a:t>
            </a:r>
            <a:r>
              <a:rPr lang="it-IT" sz="2400" dirty="0">
                <a:latin typeface="Libre Franklin" pitchFamily="2" charset="0"/>
              </a:rPr>
              <a:t>must include Bottero </a:t>
            </a:r>
            <a:r>
              <a:rPr lang="it-IT" sz="2400" dirty="0" err="1">
                <a:latin typeface="Libre Franklin" pitchFamily="2" charset="0"/>
              </a:rPr>
              <a:t>manuals</a:t>
            </a:r>
            <a:r>
              <a:rPr lang="it-IT" sz="2400" dirty="0">
                <a:latin typeface="Libre Franklin" pitchFamily="2" charset="0"/>
              </a:rPr>
              <a:t> for IS machines, </a:t>
            </a:r>
            <a:r>
              <a:rPr lang="it-IT" sz="2400" dirty="0" err="1">
                <a:latin typeface="Libre Franklin" pitchFamily="2" charset="0"/>
              </a:rPr>
              <a:t>Stackers</a:t>
            </a:r>
            <a:r>
              <a:rPr lang="it-IT" sz="2400" dirty="0">
                <a:latin typeface="Libre Franklin" pitchFamily="2" charset="0"/>
              </a:rPr>
              <a:t>, Bottero Robot, HTH </a:t>
            </a:r>
            <a:r>
              <a:rPr lang="it-IT" sz="2400" dirty="0" err="1">
                <a:latin typeface="Libre Franklin" pitchFamily="2" charset="0"/>
              </a:rPr>
              <a:t>hoods</a:t>
            </a:r>
            <a:r>
              <a:rPr lang="it-IT" sz="2400" dirty="0">
                <a:latin typeface="Libre Franklin" pitchFamily="2" charset="0"/>
              </a:rPr>
              <a:t> and </a:t>
            </a:r>
            <a:r>
              <a:rPr lang="it-IT" sz="2400" dirty="0" err="1">
                <a:latin typeface="Libre Franklin" pitchFamily="2" charset="0"/>
              </a:rPr>
              <a:t>other</a:t>
            </a:r>
            <a:r>
              <a:rPr lang="it-IT" sz="2400" dirty="0">
                <a:latin typeface="Libre Franklin" pitchFamily="2" charset="0"/>
              </a:rPr>
              <a:t> Bottero </a:t>
            </a:r>
            <a:r>
              <a:rPr lang="it-IT" sz="2400" dirty="0" err="1">
                <a:latin typeface="Libre Franklin" pitchFamily="2" charset="0"/>
              </a:rPr>
              <a:t>peripherals</a:t>
            </a:r>
            <a:r>
              <a:rPr lang="it-IT" sz="2400" dirty="0">
                <a:latin typeface="Libre Franklin" pitchFamily="2" charset="0"/>
              </a:rPr>
              <a:t>.</a:t>
            </a:r>
          </a:p>
          <a:p>
            <a:r>
              <a:rPr lang="en-US" sz="2400" dirty="0">
                <a:latin typeface="Libre Franklin"/>
              </a:rPr>
              <a:t>     Static technical knowledge may include troubleshooting manuals, electrical schematics, </a:t>
            </a:r>
          </a:p>
          <a:p>
            <a:r>
              <a:rPr lang="en-US" sz="2400" dirty="0">
                <a:latin typeface="Libre Franklin"/>
              </a:rPr>
              <a:t>     drive documentation and validated technical anonymized e-mails.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it-IT" sz="2400" dirty="0">
              <a:latin typeface="Libre Franklin" pitchFamily="2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it-IT" sz="2400" dirty="0">
              <a:latin typeface="Libre Franklin" pitchFamily="2" charset="0"/>
            </a:endParaRPr>
          </a:p>
          <a:p>
            <a:endParaRPr lang="it-IT" sz="2400" dirty="0">
              <a:latin typeface="Libre Franklin" pitchFamily="2" charset="0"/>
            </a:endParaRP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5CD7B9F6-4331-9E4E-990D-B1A72DCF62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it-IT" sz="2800" dirty="0">
                <a:latin typeface="Libre Franklin" pitchFamily="2" charset="0"/>
              </a:rPr>
              <a:t>⚙️</a:t>
            </a:r>
            <a:r>
              <a:rPr lang="en-GB" sz="2800" dirty="0"/>
              <a:t> General description of project</a:t>
            </a:r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449CE17D-F38D-B31B-D0E5-22271AF67E4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it-IT" dirty="0"/>
              <a:t>Features</a:t>
            </a:r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92CF5B99-400B-ADEF-5BA8-CA3E45757C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3983" y="2645219"/>
            <a:ext cx="1991543" cy="443430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DD2DB2EE-2AA1-FABA-895A-59DE3C7057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9998" y="3328391"/>
            <a:ext cx="1991543" cy="443430"/>
          </a:xfrm>
          <a:prstGeom prst="rect">
            <a:avLst/>
          </a:prstGeom>
        </p:spPr>
      </p:pic>
      <p:pic>
        <p:nvPicPr>
          <p:cNvPr id="12" name="Immagine 11">
            <a:extLst>
              <a:ext uri="{FF2B5EF4-FFF2-40B4-BE49-F238E27FC236}">
                <a16:creationId xmlns:a16="http://schemas.microsoft.com/office/drawing/2014/main" id="{0CC7AB81-E0CA-F649-605D-8D31305592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9654" y="4441734"/>
            <a:ext cx="1991543" cy="443430"/>
          </a:xfrm>
          <a:prstGeom prst="rect">
            <a:avLst/>
          </a:prstGeom>
        </p:spPr>
      </p:pic>
      <p:pic>
        <p:nvPicPr>
          <p:cNvPr id="14" name="Immagine 13">
            <a:extLst>
              <a:ext uri="{FF2B5EF4-FFF2-40B4-BE49-F238E27FC236}">
                <a16:creationId xmlns:a16="http://schemas.microsoft.com/office/drawing/2014/main" id="{49F64540-4FFF-CD75-B540-7C5153E0A8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7028" y="6284660"/>
            <a:ext cx="1991543" cy="443430"/>
          </a:xfrm>
          <a:prstGeom prst="rect">
            <a:avLst/>
          </a:prstGeom>
        </p:spPr>
      </p:pic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E04F0A38-850E-1BA6-7F6B-BFE675396BA5}"/>
              </a:ext>
            </a:extLst>
          </p:cNvPr>
          <p:cNvSpPr txBox="1"/>
          <p:nvPr/>
        </p:nvSpPr>
        <p:spPr>
          <a:xfrm>
            <a:off x="7315200" y="7335694"/>
            <a:ext cx="7315200" cy="327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  <a:buNone/>
            </a:pPr>
            <a:r>
              <a:rPr lang="it-IT" sz="14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Libre Franklin" panose="00000500000000000000" pitchFamily="2" charset="0"/>
                <a:ea typeface="Calibri" panose="020F0502020204030204" pitchFamily="34" charset="0"/>
                <a:cs typeface="Arial" panose="020B0604020202020204" pitchFamily="34" charset="0"/>
              </a:rPr>
              <a:t>See «4.3.1.1 High-</a:t>
            </a:r>
            <a:r>
              <a:rPr lang="it-IT" sz="1400" dirty="0" err="1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Libre Franklin" panose="00000500000000000000" pitchFamily="2" charset="0"/>
                <a:ea typeface="Calibri" panose="020F0502020204030204" pitchFamily="34" charset="0"/>
                <a:cs typeface="Arial" panose="020B0604020202020204" pitchFamily="34" charset="0"/>
              </a:rPr>
              <a:t>level</a:t>
            </a:r>
            <a:r>
              <a:rPr lang="it-IT" sz="14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Libre Franklin" panose="00000500000000000000" pitchFamily="2" charset="0"/>
                <a:ea typeface="Calibri" panose="020F0502020204030204" pitchFamily="34" charset="0"/>
                <a:cs typeface="Arial" panose="020B0604020202020204" pitchFamily="34" charset="0"/>
              </a:rPr>
              <a:t> software </a:t>
            </a:r>
            <a:r>
              <a:rPr lang="it-IT" sz="1400" dirty="0" err="1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Libre Franklin" panose="00000500000000000000" pitchFamily="2" charset="0"/>
                <a:ea typeface="Calibri" panose="020F0502020204030204" pitchFamily="34" charset="0"/>
                <a:cs typeface="Arial" panose="020B0604020202020204" pitchFamily="34" charset="0"/>
              </a:rPr>
              <a:t>requirements</a:t>
            </a:r>
            <a:r>
              <a:rPr lang="it-IT" sz="14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Libre Franklin" panose="00000500000000000000" pitchFamily="2" charset="0"/>
                <a:ea typeface="Calibri" panose="020F0502020204030204" pitchFamily="34" charset="0"/>
                <a:cs typeface="Arial" panose="020B0604020202020204" pitchFamily="34" charset="0"/>
              </a:rPr>
              <a:t>»</a:t>
            </a:r>
            <a:endParaRPr lang="it-IT" sz="1400" dirty="0">
              <a:effectLst/>
              <a:latin typeface="Libre Franklin Light" panose="00000400000000000000" pitchFamily="2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EA3FD4-2B4A-0738-98F0-3A326520C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02EC5482-E4FB-3926-63D2-CD8EFB57E0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it-IT" sz="2800" dirty="0">
                <a:latin typeface="Libre Franklin" pitchFamily="2" charset="0"/>
              </a:rPr>
              <a:t>⚙️</a:t>
            </a:r>
            <a:r>
              <a:rPr lang="en-GB" sz="2800" dirty="0"/>
              <a:t> General description of project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0ACCA39-BADE-D566-65A8-C2AE35D10C8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it-IT" sz="2400" dirty="0"/>
              <a:t>Dynamic machine </a:t>
            </a:r>
            <a:r>
              <a:rPr lang="it-IT" sz="2400" dirty="0" err="1"/>
              <a:t>context</a:t>
            </a:r>
            <a:endParaRPr lang="it-IT" sz="2400" dirty="0"/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04CA9887-6D16-0A21-27EB-5C4FFB1E7F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it-IT" dirty="0"/>
              <a:t>Features</a:t>
            </a:r>
          </a:p>
        </p:txBody>
      </p:sp>
      <p:sp>
        <p:nvSpPr>
          <p:cNvPr id="4" name="Shape 2674">
            <a:extLst>
              <a:ext uri="{FF2B5EF4-FFF2-40B4-BE49-F238E27FC236}">
                <a16:creationId xmlns:a16="http://schemas.microsoft.com/office/drawing/2014/main" id="{C059153E-48AE-812B-C5B8-9A085C28EA31}"/>
              </a:ext>
            </a:extLst>
          </p:cNvPr>
          <p:cNvSpPr/>
          <p:nvPr/>
        </p:nvSpPr>
        <p:spPr>
          <a:xfrm>
            <a:off x="625117" y="2375693"/>
            <a:ext cx="13380166" cy="30654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54862" tIns="54862" rIns="54862" bIns="54862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it-IT" sz="2400" b="1" dirty="0">
                <a:solidFill>
                  <a:srgbClr val="0698D6"/>
                </a:solidFill>
                <a:latin typeface="Libre Franklin" pitchFamily="2" charset="0"/>
              </a:rPr>
              <a:t>Dynamic machine </a:t>
            </a:r>
            <a:r>
              <a:rPr lang="it-IT" sz="2400" b="1" dirty="0" err="1">
                <a:solidFill>
                  <a:srgbClr val="0698D6"/>
                </a:solidFill>
                <a:latin typeface="Libre Franklin" pitchFamily="2" charset="0"/>
              </a:rPr>
              <a:t>context</a:t>
            </a:r>
            <a:r>
              <a:rPr lang="it-IT" sz="2400" b="1" dirty="0">
                <a:solidFill>
                  <a:srgbClr val="0698D6"/>
                </a:solidFill>
                <a:latin typeface="Libre Franklin" pitchFamily="2" charset="0"/>
              </a:rPr>
              <a:t> </a:t>
            </a:r>
            <a:r>
              <a:rPr lang="it-IT" sz="2400" dirty="0">
                <a:latin typeface="Libre Franklin" pitchFamily="2" charset="0"/>
              </a:rPr>
              <a:t>must IS machines and Bottero Robot.  </a:t>
            </a:r>
          </a:p>
          <a:p>
            <a:r>
              <a:rPr lang="it-IT" sz="2400" dirty="0">
                <a:latin typeface="Libre Franklin" pitchFamily="2" charset="0"/>
              </a:rPr>
              <a:t>     </a:t>
            </a:r>
            <a:r>
              <a:rPr lang="it-IT" sz="2400" dirty="0" err="1">
                <a:latin typeface="Libre Franklin" pitchFamily="2" charset="0"/>
              </a:rPr>
              <a:t>Stackers</a:t>
            </a:r>
            <a:r>
              <a:rPr lang="it-IT" sz="2400" dirty="0">
                <a:latin typeface="Libre Franklin" pitchFamily="2" charset="0"/>
              </a:rPr>
              <a:t>, HTH </a:t>
            </a:r>
            <a:r>
              <a:rPr lang="it-IT" sz="2400" dirty="0" err="1">
                <a:latin typeface="Libre Franklin" pitchFamily="2" charset="0"/>
              </a:rPr>
              <a:t>hoods</a:t>
            </a:r>
            <a:r>
              <a:rPr lang="it-IT" sz="2400" dirty="0">
                <a:latin typeface="Libre Franklin" pitchFamily="2" charset="0"/>
              </a:rPr>
              <a:t> and </a:t>
            </a:r>
            <a:r>
              <a:rPr lang="it-IT" sz="2400" dirty="0" err="1">
                <a:latin typeface="Libre Franklin" pitchFamily="2" charset="0"/>
              </a:rPr>
              <a:t>other</a:t>
            </a:r>
            <a:r>
              <a:rPr lang="it-IT" sz="2400" dirty="0">
                <a:latin typeface="Libre Franklin" pitchFamily="2" charset="0"/>
              </a:rPr>
              <a:t> Bottero </a:t>
            </a:r>
            <a:r>
              <a:rPr lang="it-IT" sz="2400" dirty="0" err="1">
                <a:latin typeface="Libre Franklin" pitchFamily="2" charset="0"/>
              </a:rPr>
              <a:t>peripherals</a:t>
            </a:r>
            <a:r>
              <a:rPr lang="it-IT" sz="2400" dirty="0">
                <a:latin typeface="Libre Franklin" pitchFamily="2" charset="0"/>
              </a:rPr>
              <a:t> must be </a:t>
            </a:r>
            <a:r>
              <a:rPr lang="it-IT" sz="2400" dirty="0" err="1">
                <a:latin typeface="Libre Franklin" pitchFamily="2" charset="0"/>
              </a:rPr>
              <a:t>foreseen</a:t>
            </a:r>
            <a:r>
              <a:rPr lang="it-IT" sz="2400" dirty="0">
                <a:latin typeface="Libre Franklin" pitchFamily="2" charset="0"/>
              </a:rPr>
              <a:t>.</a:t>
            </a:r>
          </a:p>
          <a:p>
            <a:r>
              <a:rPr lang="en-US" sz="2400" dirty="0">
                <a:latin typeface="Libre Franklin"/>
              </a:rPr>
              <a:t>     </a:t>
            </a:r>
          </a:p>
          <a:p>
            <a:pPr lvl="0"/>
            <a:r>
              <a:rPr lang="en-US" sz="2400" dirty="0">
                <a:latin typeface="Libre Franklin" pitchFamily="2" charset="0"/>
              </a:rPr>
              <a:t>     Dynamic data of interest include alarm tables, event logs, production counters and </a:t>
            </a:r>
          </a:p>
          <a:p>
            <a:pPr lvl="0"/>
            <a:r>
              <a:rPr lang="en-US" sz="2400" dirty="0">
                <a:latin typeface="Libre Franklin" pitchFamily="2" charset="0"/>
              </a:rPr>
              <a:t>     other validated machine context snapshots (e.g. lubricant consumption from </a:t>
            </a:r>
          </a:p>
          <a:p>
            <a:pPr lvl="0"/>
            <a:r>
              <a:rPr lang="en-US" sz="2400" dirty="0">
                <a:latin typeface="Libre Franklin" pitchFamily="2" charset="0"/>
              </a:rPr>
              <a:t>     Bottero Robot).</a:t>
            </a:r>
            <a:endParaRPr lang="it-IT" sz="2400" dirty="0">
              <a:latin typeface="Libre Franklin" pitchFamily="2" charset="0"/>
            </a:endParaRPr>
          </a:p>
          <a:p>
            <a:pPr lvl="0"/>
            <a:r>
              <a:rPr lang="en-US" sz="2400" dirty="0">
                <a:latin typeface="Libre Franklin" pitchFamily="2" charset="0"/>
              </a:rPr>
              <a:t>     The system must never execute write commands toward PLCs, </a:t>
            </a:r>
            <a:r>
              <a:rPr lang="en-US" sz="2400" b="1" dirty="0">
                <a:solidFill>
                  <a:srgbClr val="0698D6"/>
                </a:solidFill>
                <a:latin typeface="Libre Franklin" pitchFamily="2" charset="0"/>
              </a:rPr>
              <a:t>SQL databases</a:t>
            </a:r>
            <a:r>
              <a:rPr lang="en-US" sz="2400" dirty="0">
                <a:latin typeface="Libre Franklin" pitchFamily="2" charset="0"/>
              </a:rPr>
              <a:t>, </a:t>
            </a:r>
          </a:p>
          <a:p>
            <a:pPr lvl="0"/>
            <a:r>
              <a:rPr lang="en-US" sz="2400" dirty="0">
                <a:latin typeface="Libre Franklin" pitchFamily="2" charset="0"/>
              </a:rPr>
              <a:t>     or supervisory systems.</a:t>
            </a:r>
            <a:endParaRPr lang="it-IT" sz="2400" dirty="0">
              <a:latin typeface="Libre Franklin" pitchFamily="2" charset="0"/>
            </a:endParaRP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AB3C1D82-5B12-1D9D-8BE1-A1993084D2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7028" y="2375693"/>
            <a:ext cx="1991543" cy="443430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389526B0-9E29-A3AD-B3BE-4F854498C3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9426" y="3051189"/>
            <a:ext cx="1856288" cy="641725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38B97DD5-1C6F-DD91-7A24-BC93C500022E}"/>
              </a:ext>
            </a:extLst>
          </p:cNvPr>
          <p:cNvSpPr txBox="1"/>
          <p:nvPr/>
        </p:nvSpPr>
        <p:spPr>
          <a:xfrm>
            <a:off x="7315200" y="7335694"/>
            <a:ext cx="7315200" cy="327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  <a:buNone/>
            </a:pPr>
            <a:r>
              <a:rPr lang="it-IT" sz="14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Libre Franklin" panose="00000500000000000000" pitchFamily="2" charset="0"/>
                <a:ea typeface="Calibri" panose="020F0502020204030204" pitchFamily="34" charset="0"/>
                <a:cs typeface="Arial" panose="020B0604020202020204" pitchFamily="34" charset="0"/>
              </a:rPr>
              <a:t>See «4.3.1.1 High-</a:t>
            </a:r>
            <a:r>
              <a:rPr lang="it-IT" sz="1400" dirty="0" err="1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Libre Franklin" panose="00000500000000000000" pitchFamily="2" charset="0"/>
                <a:ea typeface="Calibri" panose="020F0502020204030204" pitchFamily="34" charset="0"/>
                <a:cs typeface="Arial" panose="020B0604020202020204" pitchFamily="34" charset="0"/>
              </a:rPr>
              <a:t>level</a:t>
            </a:r>
            <a:r>
              <a:rPr lang="it-IT" sz="14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Libre Franklin" panose="00000500000000000000" pitchFamily="2" charset="0"/>
                <a:ea typeface="Calibri" panose="020F0502020204030204" pitchFamily="34" charset="0"/>
                <a:cs typeface="Arial" panose="020B0604020202020204" pitchFamily="34" charset="0"/>
              </a:rPr>
              <a:t> software </a:t>
            </a:r>
            <a:r>
              <a:rPr lang="it-IT" sz="1400" dirty="0" err="1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Libre Franklin" panose="00000500000000000000" pitchFamily="2" charset="0"/>
                <a:ea typeface="Calibri" panose="020F0502020204030204" pitchFamily="34" charset="0"/>
                <a:cs typeface="Arial" panose="020B0604020202020204" pitchFamily="34" charset="0"/>
              </a:rPr>
              <a:t>requirements</a:t>
            </a:r>
            <a:r>
              <a:rPr lang="it-IT" sz="14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Libre Franklin" panose="00000500000000000000" pitchFamily="2" charset="0"/>
                <a:ea typeface="Calibri" panose="020F0502020204030204" pitchFamily="34" charset="0"/>
                <a:cs typeface="Arial" panose="020B0604020202020204" pitchFamily="34" charset="0"/>
              </a:rPr>
              <a:t>»</a:t>
            </a:r>
            <a:endParaRPr lang="it-IT" sz="1400" dirty="0">
              <a:effectLst/>
              <a:latin typeface="Libre Franklin Light" panose="00000400000000000000" pitchFamily="2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0C917F80-C1B7-717B-78F6-8BDE132776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8452" y="4955631"/>
            <a:ext cx="1991543" cy="443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3365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A01E63-0BD8-AE0E-BA95-65E4CD63F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magine 11">
            <a:extLst>
              <a:ext uri="{FF2B5EF4-FFF2-40B4-BE49-F238E27FC236}">
                <a16:creationId xmlns:a16="http://schemas.microsoft.com/office/drawing/2014/main" id="{76D19E62-4780-E4C9-026B-1C92D551B6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4158" y="2692436"/>
            <a:ext cx="6997283" cy="4109514"/>
          </a:xfrm>
          <a:prstGeom prst="rect">
            <a:avLst/>
          </a:prstGeom>
        </p:spPr>
      </p:pic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86BE979C-A442-0C4D-7E65-629539825AB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it-IT" sz="2800" dirty="0">
                <a:latin typeface="Libre Franklin" pitchFamily="2" charset="0"/>
              </a:rPr>
              <a:t>⚙️</a:t>
            </a:r>
            <a:r>
              <a:rPr lang="en-GB" sz="2800" dirty="0"/>
              <a:t> General description of project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988D0D2-0847-B780-10EB-DDC2FAF0FE8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it-IT" sz="2400" dirty="0"/>
              <a:t>Dynamic machine </a:t>
            </a:r>
            <a:r>
              <a:rPr lang="it-IT" sz="2400" dirty="0" err="1"/>
              <a:t>context</a:t>
            </a:r>
            <a:endParaRPr lang="it-IT" sz="2400" dirty="0"/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2D3C2AE8-96BE-FDE0-3652-2352BEB498B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it-IT" dirty="0"/>
              <a:t>Features</a:t>
            </a:r>
          </a:p>
        </p:txBody>
      </p:sp>
      <p:sp>
        <p:nvSpPr>
          <p:cNvPr id="4" name="Shape 2674">
            <a:extLst>
              <a:ext uri="{FF2B5EF4-FFF2-40B4-BE49-F238E27FC236}">
                <a16:creationId xmlns:a16="http://schemas.microsoft.com/office/drawing/2014/main" id="{C594CE38-D8FA-E0C2-0180-214F8FA2A823}"/>
              </a:ext>
            </a:extLst>
          </p:cNvPr>
          <p:cNvSpPr/>
          <p:nvPr/>
        </p:nvSpPr>
        <p:spPr>
          <a:xfrm>
            <a:off x="625117" y="2375693"/>
            <a:ext cx="13380166" cy="54661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54862" tIns="54862" rIns="54862" bIns="54862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it-IT" sz="2400" dirty="0">
                <a:latin typeface="Libre Franklin" pitchFamily="2" charset="0"/>
              </a:rPr>
              <a:t>Compatibility with Bottero </a:t>
            </a:r>
            <a:r>
              <a:rPr lang="it-IT" sz="2400" b="1" dirty="0">
                <a:solidFill>
                  <a:srgbClr val="0698D6"/>
                </a:solidFill>
                <a:latin typeface="Libre Franklin" pitchFamily="2" charset="0"/>
              </a:rPr>
              <a:t>SQL Server-</a:t>
            </a:r>
            <a:r>
              <a:rPr lang="it-IT" sz="2400" b="1" dirty="0" err="1">
                <a:solidFill>
                  <a:srgbClr val="0698D6"/>
                </a:solidFill>
                <a:latin typeface="Libre Franklin" pitchFamily="2" charset="0"/>
              </a:rPr>
              <a:t>based</a:t>
            </a:r>
            <a:r>
              <a:rPr lang="it-IT" sz="2400" b="1" dirty="0">
                <a:solidFill>
                  <a:srgbClr val="0698D6"/>
                </a:solidFill>
                <a:latin typeface="Libre Franklin" pitchFamily="2" charset="0"/>
              </a:rPr>
              <a:t> </a:t>
            </a:r>
            <a:r>
              <a:rPr lang="it-IT" sz="2400" b="1" dirty="0" err="1">
                <a:solidFill>
                  <a:srgbClr val="0698D6"/>
                </a:solidFill>
                <a:latin typeface="Libre Franklin" pitchFamily="2" charset="0"/>
              </a:rPr>
              <a:t>integrations</a:t>
            </a:r>
            <a:r>
              <a:rPr lang="it-IT" sz="2400" b="1" dirty="0">
                <a:solidFill>
                  <a:srgbClr val="0698D6"/>
                </a:solidFill>
                <a:latin typeface="Libre Franklin" pitchFamily="2" charset="0"/>
              </a:rPr>
              <a:t>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it-IT" sz="2400" b="1" dirty="0">
                <a:solidFill>
                  <a:srgbClr val="0698D6"/>
                </a:solidFill>
                <a:latin typeface="Libre Franklin" pitchFamily="2" charset="0"/>
              </a:rPr>
              <a:t>API </a:t>
            </a:r>
            <a:r>
              <a:rPr lang="it-IT" sz="2400" b="1" dirty="0" err="1">
                <a:solidFill>
                  <a:srgbClr val="0698D6"/>
                </a:solidFill>
                <a:latin typeface="Libre Franklin" pitchFamily="2" charset="0"/>
              </a:rPr>
              <a:t>availability</a:t>
            </a:r>
            <a:r>
              <a:rPr lang="it-IT" sz="2400" b="1" dirty="0">
                <a:solidFill>
                  <a:srgbClr val="0698D6"/>
                </a:solidFill>
                <a:latin typeface="Libre Franklin" pitchFamily="2" charset="0"/>
              </a:rPr>
              <a:t> </a:t>
            </a:r>
            <a:r>
              <a:rPr lang="it-IT" sz="2400" dirty="0">
                <a:latin typeface="Libre Franklin" pitchFamily="2" charset="0"/>
              </a:rPr>
              <a:t>for </a:t>
            </a:r>
            <a:r>
              <a:rPr lang="it-IT" sz="2400" dirty="0" err="1">
                <a:latin typeface="Libre Franklin" pitchFamily="2" charset="0"/>
              </a:rPr>
              <a:t>embedding</a:t>
            </a:r>
            <a:r>
              <a:rPr lang="it-IT" sz="2400" dirty="0">
                <a:latin typeface="Libre Franklin" pitchFamily="2" charset="0"/>
              </a:rPr>
              <a:t> </a:t>
            </a:r>
          </a:p>
          <a:p>
            <a:r>
              <a:rPr lang="it-IT" sz="2400" dirty="0" err="1">
                <a:latin typeface="Libre Franklin" pitchFamily="2" charset="0"/>
              </a:rPr>
              <a:t>integration</a:t>
            </a:r>
            <a:endParaRPr lang="it-IT" sz="2400" dirty="0">
              <a:latin typeface="Libre Franklin" pitchFamily="2" charset="0"/>
            </a:endParaRPr>
          </a:p>
          <a:p>
            <a:endParaRPr lang="it-IT" sz="2400" dirty="0">
              <a:latin typeface="Libre Franklin" pitchFamily="2" charset="0"/>
            </a:endParaRPr>
          </a:p>
          <a:p>
            <a:endParaRPr lang="it-IT" sz="2400" dirty="0">
              <a:latin typeface="Libre Franklin" pitchFamily="2" charset="0"/>
            </a:endParaRPr>
          </a:p>
          <a:p>
            <a:endParaRPr lang="it-IT" sz="2400" dirty="0">
              <a:latin typeface="Libre Franklin" pitchFamily="2" charset="0"/>
            </a:endParaRPr>
          </a:p>
          <a:p>
            <a:endParaRPr lang="it-IT" sz="2400" dirty="0">
              <a:latin typeface="Libre Franklin" pitchFamily="2" charset="0"/>
            </a:endParaRPr>
          </a:p>
          <a:p>
            <a:endParaRPr lang="it-IT" sz="2400" dirty="0">
              <a:latin typeface="Libre Franklin" pitchFamily="2" charset="0"/>
            </a:endParaRPr>
          </a:p>
          <a:p>
            <a:endParaRPr lang="it-IT" sz="2400" dirty="0">
              <a:latin typeface="Libre Franklin" pitchFamily="2" charset="0"/>
            </a:endParaRPr>
          </a:p>
          <a:p>
            <a:endParaRPr lang="it-IT" sz="2400" dirty="0">
              <a:latin typeface="Libre Franklin" pitchFamily="2" charset="0"/>
            </a:endParaRPr>
          </a:p>
          <a:p>
            <a:endParaRPr lang="it-IT" sz="1200" dirty="0">
              <a:latin typeface="Libre Franklin" pitchFamily="2" charset="0"/>
            </a:endParaRPr>
          </a:p>
          <a:p>
            <a:endParaRPr lang="it-IT" sz="1200" dirty="0">
              <a:latin typeface="Libre Franklin" pitchFamily="2" charset="0"/>
            </a:endParaRPr>
          </a:p>
          <a:p>
            <a:endParaRPr lang="it-IT" sz="2400" dirty="0">
              <a:latin typeface="Libre Franklin" pitchFamily="2" charset="0"/>
            </a:endParaRPr>
          </a:p>
          <a:p>
            <a:endParaRPr lang="it-IT" sz="2400" dirty="0">
              <a:latin typeface="Libre Franklin" pitchFamily="2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it-IT" sz="2400" dirty="0">
                <a:latin typeface="Libre Franklin" pitchFamily="2" charset="0"/>
              </a:rPr>
              <a:t>Compatibility with </a:t>
            </a:r>
            <a:r>
              <a:rPr lang="it-IT" sz="2400" b="1" dirty="0" err="1">
                <a:solidFill>
                  <a:srgbClr val="0698D6"/>
                </a:solidFill>
                <a:latin typeface="Libre Franklin" pitchFamily="2" charset="0"/>
              </a:rPr>
              <a:t>OPCua</a:t>
            </a:r>
            <a:r>
              <a:rPr lang="it-IT" sz="2400" b="1" dirty="0">
                <a:solidFill>
                  <a:srgbClr val="0698D6"/>
                </a:solidFill>
                <a:latin typeface="Libre Franklin" pitchFamily="2" charset="0"/>
              </a:rPr>
              <a:t> </a:t>
            </a:r>
            <a:r>
              <a:rPr lang="it-IT" sz="2400" dirty="0">
                <a:latin typeface="Libre Franklin" pitchFamily="2" charset="0"/>
              </a:rPr>
              <a:t>server </a:t>
            </a:r>
            <a:r>
              <a:rPr lang="it-IT" sz="2400" dirty="0" err="1">
                <a:latin typeface="Libre Franklin" pitchFamily="2" charset="0"/>
              </a:rPr>
              <a:t>technology</a:t>
            </a:r>
            <a:endParaRPr lang="it-IT" sz="2400" dirty="0">
              <a:latin typeface="Libre Franklin" pitchFamily="2" charset="0"/>
            </a:endParaRP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3B8727D7-9B82-CC77-3288-D1586307A4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1488" y="2401816"/>
            <a:ext cx="1991543" cy="443430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4C7D1DCE-60B2-49D8-5C28-F1E45E6936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8530" y="3153847"/>
            <a:ext cx="1856288" cy="641725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936B8F70-4C04-A34C-B07A-074CF2DFA7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7118693"/>
            <a:ext cx="1856288" cy="641725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1B74204E-4BE5-5835-10E9-99D91E793323}"/>
              </a:ext>
            </a:extLst>
          </p:cNvPr>
          <p:cNvSpPr txBox="1"/>
          <p:nvPr/>
        </p:nvSpPr>
        <p:spPr>
          <a:xfrm>
            <a:off x="7315200" y="6929185"/>
            <a:ext cx="7315200" cy="6778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  <a:buNone/>
            </a:pPr>
            <a:r>
              <a:rPr lang="it-IT" sz="14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Libre Franklin" panose="00000500000000000000" pitchFamily="2" charset="0"/>
                <a:ea typeface="Calibri" panose="020F0502020204030204" pitchFamily="34" charset="0"/>
                <a:cs typeface="Arial" panose="020B0604020202020204" pitchFamily="34" charset="0"/>
              </a:rPr>
              <a:t>See «4.3.1.1 High-</a:t>
            </a:r>
            <a:r>
              <a:rPr lang="it-IT" sz="1400" dirty="0" err="1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Libre Franklin" panose="00000500000000000000" pitchFamily="2" charset="0"/>
                <a:ea typeface="Calibri" panose="020F0502020204030204" pitchFamily="34" charset="0"/>
                <a:cs typeface="Arial" panose="020B0604020202020204" pitchFamily="34" charset="0"/>
              </a:rPr>
              <a:t>level</a:t>
            </a:r>
            <a:r>
              <a:rPr lang="it-IT" sz="14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Libre Franklin" panose="00000500000000000000" pitchFamily="2" charset="0"/>
                <a:ea typeface="Calibri" panose="020F0502020204030204" pitchFamily="34" charset="0"/>
                <a:cs typeface="Arial" panose="020B0604020202020204" pitchFamily="34" charset="0"/>
              </a:rPr>
              <a:t> software </a:t>
            </a:r>
            <a:r>
              <a:rPr lang="it-IT" sz="1400" dirty="0" err="1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Libre Franklin" panose="00000500000000000000" pitchFamily="2" charset="0"/>
                <a:ea typeface="Calibri" panose="020F0502020204030204" pitchFamily="34" charset="0"/>
                <a:cs typeface="Arial" panose="020B0604020202020204" pitchFamily="34" charset="0"/>
              </a:rPr>
              <a:t>requirements</a:t>
            </a:r>
            <a:r>
              <a:rPr lang="it-IT" sz="14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Libre Franklin" panose="00000500000000000000" pitchFamily="2" charset="0"/>
                <a:ea typeface="Calibri" panose="020F0502020204030204" pitchFamily="34" charset="0"/>
                <a:cs typeface="Arial" panose="020B0604020202020204" pitchFamily="34" charset="0"/>
              </a:rPr>
              <a:t>»</a:t>
            </a:r>
          </a:p>
          <a:p>
            <a:pPr algn="r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Libre Franklin" panose="00000500000000000000" pitchFamily="2" charset="0"/>
                <a:ea typeface="Calibri" panose="020F0502020204030204" pitchFamily="34" charset="0"/>
                <a:cs typeface="Arial" panose="020B0604020202020204" pitchFamily="34" charset="0"/>
              </a:rPr>
              <a:t>4.3.1.3 Communication with machine-related systems</a:t>
            </a:r>
            <a:endParaRPr lang="it-IT" sz="1400" dirty="0">
              <a:solidFill>
                <a:schemeClr val="accent6">
                  <a:lumMod val="60000"/>
                  <a:lumOff val="40000"/>
                </a:schemeClr>
              </a:solidFill>
              <a:latin typeface="Libre Franklin" panose="00000500000000000000" pitchFamily="2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66006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18877D-F800-E7E7-45A6-B55199732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magine 14">
            <a:extLst>
              <a:ext uri="{FF2B5EF4-FFF2-40B4-BE49-F238E27FC236}">
                <a16:creationId xmlns:a16="http://schemas.microsoft.com/office/drawing/2014/main" id="{A19BAC76-B723-38EC-86CB-C74F0884EC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8214" y="5744673"/>
            <a:ext cx="7763958" cy="1486107"/>
          </a:xfrm>
          <a:prstGeom prst="rect">
            <a:avLst/>
          </a:prstGeom>
        </p:spPr>
      </p:pic>
      <p:sp>
        <p:nvSpPr>
          <p:cNvPr id="4" name="Shape 2674">
            <a:extLst>
              <a:ext uri="{FF2B5EF4-FFF2-40B4-BE49-F238E27FC236}">
                <a16:creationId xmlns:a16="http://schemas.microsoft.com/office/drawing/2014/main" id="{7443F2E2-6D93-3DBE-BB1B-D8E971C1D71A}"/>
              </a:ext>
            </a:extLst>
          </p:cNvPr>
          <p:cNvSpPr/>
          <p:nvPr/>
        </p:nvSpPr>
        <p:spPr>
          <a:xfrm>
            <a:off x="589833" y="2239240"/>
            <a:ext cx="13945973" cy="60201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54862" tIns="54862" rIns="54862" bIns="54862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it-IT" sz="2400" b="1" dirty="0">
                <a:solidFill>
                  <a:srgbClr val="0698D6"/>
                </a:solidFill>
                <a:latin typeface="Libre Franklin" pitchFamily="2" charset="0"/>
              </a:rPr>
              <a:t>User </a:t>
            </a:r>
            <a:r>
              <a:rPr lang="it-IT" sz="2400" b="1" dirty="0" err="1">
                <a:solidFill>
                  <a:srgbClr val="0698D6"/>
                </a:solidFill>
                <a:latin typeface="Libre Franklin" pitchFamily="2" charset="0"/>
              </a:rPr>
              <a:t>authenfication</a:t>
            </a:r>
            <a:r>
              <a:rPr lang="it-IT" sz="2400" b="1" dirty="0">
                <a:solidFill>
                  <a:srgbClr val="0698D6"/>
                </a:solidFill>
                <a:latin typeface="Libre Franklin" pitchFamily="2" charset="0"/>
              </a:rPr>
              <a:t> </a:t>
            </a:r>
            <a:r>
              <a:rPr lang="it-IT" sz="2400" b="1" dirty="0" err="1">
                <a:solidFill>
                  <a:srgbClr val="0698D6"/>
                </a:solidFill>
                <a:latin typeface="Libre Franklin" pitchFamily="2" charset="0"/>
              </a:rPr>
              <a:t>required</a:t>
            </a:r>
            <a:r>
              <a:rPr lang="it-IT" sz="2400" b="1" dirty="0">
                <a:solidFill>
                  <a:srgbClr val="0698D6"/>
                </a:solidFill>
                <a:latin typeface="Libre Franklin" pitchFamily="2" charset="0"/>
              </a:rPr>
              <a:t> </a:t>
            </a:r>
            <a:r>
              <a:rPr lang="en-US" sz="2400" dirty="0">
                <a:latin typeface="Libre Franklin"/>
              </a:rPr>
              <a:t>According user authentication, chatbot shall </a:t>
            </a:r>
          </a:p>
          <a:p>
            <a:r>
              <a:rPr lang="en-US" sz="2400" dirty="0">
                <a:latin typeface="Libre Franklin"/>
              </a:rPr>
              <a:t>be able to retrieve and present relevant previous conversations, adapt its </a:t>
            </a:r>
          </a:p>
          <a:p>
            <a:r>
              <a:rPr lang="en-US" sz="2400" dirty="0">
                <a:latin typeface="Libre Franklin"/>
              </a:rPr>
              <a:t>answers to the user’s operational needs (personas).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dirty="0">
              <a:latin typeface="Libre Franklin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dirty="0">
              <a:latin typeface="Libre Franklin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dirty="0">
              <a:latin typeface="Libre Franklin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dirty="0">
              <a:latin typeface="Libre Franklin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dirty="0">
              <a:latin typeface="Libre Franklin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dirty="0">
              <a:latin typeface="Libre Franklin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Libre Franklin"/>
              </a:rPr>
              <a:t>According user </a:t>
            </a:r>
            <a:r>
              <a:rPr lang="en-US" sz="2400" dirty="0" err="1">
                <a:latin typeface="Libre Franklin"/>
              </a:rPr>
              <a:t>authetification</a:t>
            </a:r>
            <a:r>
              <a:rPr lang="en-US" sz="2400" dirty="0">
                <a:latin typeface="Libre Franklin"/>
              </a:rPr>
              <a:t>, chatbot </a:t>
            </a:r>
          </a:p>
          <a:p>
            <a:r>
              <a:rPr lang="en-US" sz="2400" dirty="0">
                <a:latin typeface="Libre Franklin"/>
              </a:rPr>
              <a:t>provides tailored suggested prompts to </a:t>
            </a:r>
          </a:p>
          <a:p>
            <a:r>
              <a:rPr lang="en-US" sz="2400" dirty="0">
                <a:latin typeface="Libre Franklin"/>
              </a:rPr>
              <a:t>support troubleshooting and consultation </a:t>
            </a:r>
          </a:p>
          <a:p>
            <a:r>
              <a:rPr lang="en-US" sz="2400" dirty="0">
                <a:latin typeface="Libre Franklin"/>
              </a:rPr>
              <a:t>activities.</a:t>
            </a:r>
          </a:p>
          <a:p>
            <a:endParaRPr lang="it-IT" sz="2400" dirty="0">
              <a:latin typeface="Libre Franklin" pitchFamily="2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it-IT" sz="2400" dirty="0">
              <a:latin typeface="Libre Franklin" pitchFamily="2" charset="0"/>
            </a:endParaRPr>
          </a:p>
          <a:p>
            <a:endParaRPr lang="it-IT" sz="2400" dirty="0">
              <a:latin typeface="Libre Franklin" pitchFamily="2" charset="0"/>
            </a:endParaRP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D90392EF-1D82-9F3A-4466-F8ED835ABB8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it-IT" sz="2800" dirty="0">
                <a:latin typeface="Libre Franklin" pitchFamily="2" charset="0"/>
              </a:rPr>
              <a:t>⚙️</a:t>
            </a:r>
            <a:r>
              <a:rPr lang="en-GB" sz="2800" dirty="0"/>
              <a:t> General description of project</a:t>
            </a:r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4511B3E3-2720-5486-D6FF-04B2A06F95C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it-IT" dirty="0"/>
              <a:t>Features</a:t>
            </a:r>
          </a:p>
        </p:txBody>
      </p:sp>
      <p:pic>
        <p:nvPicPr>
          <p:cNvPr id="12" name="Immagine 11">
            <a:extLst>
              <a:ext uri="{FF2B5EF4-FFF2-40B4-BE49-F238E27FC236}">
                <a16:creationId xmlns:a16="http://schemas.microsoft.com/office/drawing/2014/main" id="{281B3A4A-7C35-2591-1D7C-A1AC930219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2640" y="3013677"/>
            <a:ext cx="1991543" cy="443430"/>
          </a:xfrm>
          <a:prstGeom prst="rect">
            <a:avLst/>
          </a:prstGeom>
        </p:spPr>
      </p:pic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0F47A351-37E7-9A4A-C3E6-325E02D71692}"/>
              </a:ext>
            </a:extLst>
          </p:cNvPr>
          <p:cNvSpPr txBox="1"/>
          <p:nvPr/>
        </p:nvSpPr>
        <p:spPr>
          <a:xfrm>
            <a:off x="7315200" y="7335694"/>
            <a:ext cx="7315200" cy="327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  <a:buNone/>
            </a:pPr>
            <a:r>
              <a:rPr lang="it-IT" sz="14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Libre Franklin" panose="00000500000000000000" pitchFamily="2" charset="0"/>
                <a:ea typeface="Calibri" panose="020F0502020204030204" pitchFamily="34" charset="0"/>
                <a:cs typeface="Arial" panose="020B0604020202020204" pitchFamily="34" charset="0"/>
              </a:rPr>
              <a:t>See «4.3.1.1 High-</a:t>
            </a:r>
            <a:r>
              <a:rPr lang="it-IT" sz="1400" dirty="0" err="1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Libre Franklin" panose="00000500000000000000" pitchFamily="2" charset="0"/>
                <a:ea typeface="Calibri" panose="020F0502020204030204" pitchFamily="34" charset="0"/>
                <a:cs typeface="Arial" panose="020B0604020202020204" pitchFamily="34" charset="0"/>
              </a:rPr>
              <a:t>level</a:t>
            </a:r>
            <a:r>
              <a:rPr lang="it-IT" sz="14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Libre Franklin" panose="00000500000000000000" pitchFamily="2" charset="0"/>
                <a:ea typeface="Calibri" panose="020F0502020204030204" pitchFamily="34" charset="0"/>
                <a:cs typeface="Arial" panose="020B0604020202020204" pitchFamily="34" charset="0"/>
              </a:rPr>
              <a:t> software </a:t>
            </a:r>
            <a:r>
              <a:rPr lang="it-IT" sz="1400" dirty="0" err="1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Libre Franklin" panose="00000500000000000000" pitchFamily="2" charset="0"/>
                <a:ea typeface="Calibri" panose="020F0502020204030204" pitchFamily="34" charset="0"/>
                <a:cs typeface="Arial" panose="020B0604020202020204" pitchFamily="34" charset="0"/>
              </a:rPr>
              <a:t>requirements</a:t>
            </a:r>
            <a:r>
              <a:rPr lang="it-IT" sz="14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Libre Franklin" panose="00000500000000000000" pitchFamily="2" charset="0"/>
                <a:ea typeface="Calibri" panose="020F0502020204030204" pitchFamily="34" charset="0"/>
                <a:cs typeface="Arial" panose="020B0604020202020204" pitchFamily="34" charset="0"/>
              </a:rPr>
              <a:t>»</a:t>
            </a:r>
            <a:endParaRPr lang="it-IT" sz="1400" dirty="0">
              <a:effectLst/>
              <a:latin typeface="Libre Franklin Light" panose="00000400000000000000" pitchFamily="2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B50E578E-0E3C-1E53-0635-1A15D5C20CD2}"/>
              </a:ext>
            </a:extLst>
          </p:cNvPr>
          <p:cNvSpPr/>
          <p:nvPr/>
        </p:nvSpPr>
        <p:spPr>
          <a:xfrm>
            <a:off x="6821214" y="5725392"/>
            <a:ext cx="7577958" cy="1442664"/>
          </a:xfrm>
          <a:prstGeom prst="rect">
            <a:avLst/>
          </a:prstGeom>
          <a:noFill/>
          <a:ln w="38100">
            <a:solidFill>
              <a:srgbClr val="0698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D6E6B81A-5904-748B-1EBB-CCA07BE121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31923" y="2701723"/>
            <a:ext cx="3267249" cy="2960945"/>
          </a:xfrm>
          <a:prstGeom prst="rect">
            <a:avLst/>
          </a:prstGeom>
        </p:spPr>
      </p:pic>
      <p:pic>
        <p:nvPicPr>
          <p:cNvPr id="17" name="Immagine 16">
            <a:extLst>
              <a:ext uri="{FF2B5EF4-FFF2-40B4-BE49-F238E27FC236}">
                <a16:creationId xmlns:a16="http://schemas.microsoft.com/office/drawing/2014/main" id="{B36C8053-8B59-870A-7AFE-4FDC8D4D5B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2353" y="6699792"/>
            <a:ext cx="1991543" cy="443430"/>
          </a:xfrm>
          <a:prstGeom prst="rect">
            <a:avLst/>
          </a:prstGeom>
        </p:spPr>
      </p:pic>
      <p:sp>
        <p:nvSpPr>
          <p:cNvPr id="18" name="Rettangolo 17">
            <a:extLst>
              <a:ext uri="{FF2B5EF4-FFF2-40B4-BE49-F238E27FC236}">
                <a16:creationId xmlns:a16="http://schemas.microsoft.com/office/drawing/2014/main" id="{33714BB5-A016-F6F0-B149-F427F8B2AE63}"/>
              </a:ext>
            </a:extLst>
          </p:cNvPr>
          <p:cNvSpPr/>
          <p:nvPr/>
        </p:nvSpPr>
        <p:spPr>
          <a:xfrm>
            <a:off x="11261134" y="4017560"/>
            <a:ext cx="3033986" cy="381720"/>
          </a:xfrm>
          <a:prstGeom prst="rect">
            <a:avLst/>
          </a:prstGeom>
          <a:noFill/>
          <a:ln w="38100">
            <a:solidFill>
              <a:srgbClr val="0698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5E9DAEA8-9B89-1003-3DD2-A15FEF8B2715}"/>
              </a:ext>
            </a:extLst>
          </p:cNvPr>
          <p:cNvSpPr/>
          <p:nvPr/>
        </p:nvSpPr>
        <p:spPr>
          <a:xfrm>
            <a:off x="11261134" y="4465326"/>
            <a:ext cx="3033986" cy="381720"/>
          </a:xfrm>
          <a:prstGeom prst="rect">
            <a:avLst/>
          </a:prstGeom>
          <a:noFill/>
          <a:ln w="38100">
            <a:solidFill>
              <a:srgbClr val="0698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138661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34DE5B-F7C3-AD4F-AA9E-1DE980353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674">
            <a:extLst>
              <a:ext uri="{FF2B5EF4-FFF2-40B4-BE49-F238E27FC236}">
                <a16:creationId xmlns:a16="http://schemas.microsoft.com/office/drawing/2014/main" id="{B0D63817-4563-3623-61BE-BFBF298B7D77}"/>
              </a:ext>
            </a:extLst>
          </p:cNvPr>
          <p:cNvSpPr/>
          <p:nvPr/>
        </p:nvSpPr>
        <p:spPr>
          <a:xfrm>
            <a:off x="589833" y="2239240"/>
            <a:ext cx="13945973" cy="1957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54862" tIns="54862" rIns="54862" bIns="54862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Libre Franklin"/>
              </a:rPr>
              <a:t>Software </a:t>
            </a:r>
            <a:r>
              <a:rPr lang="en-US" sz="2400" b="1" dirty="0">
                <a:solidFill>
                  <a:srgbClr val="0698D6"/>
                </a:solidFill>
                <a:latin typeface="Libre Franklin"/>
              </a:rPr>
              <a:t>interface</a:t>
            </a:r>
            <a:r>
              <a:rPr lang="en-US" sz="2400" dirty="0">
                <a:latin typeface="Libre Franklin"/>
              </a:rPr>
              <a:t> must expose </a:t>
            </a:r>
          </a:p>
          <a:p>
            <a:r>
              <a:rPr lang="en-US" sz="2400" dirty="0">
                <a:latin typeface="Libre Franklin"/>
              </a:rPr>
              <a:t>the following logical modules:</a:t>
            </a:r>
          </a:p>
          <a:p>
            <a:r>
              <a:rPr lang="en-US" sz="2400" b="1" dirty="0" err="1">
                <a:solidFill>
                  <a:srgbClr val="0698D6"/>
                </a:solidFill>
                <a:latin typeface="Libre Franklin"/>
              </a:rPr>
              <a:t>Frontoffice</a:t>
            </a:r>
            <a:endParaRPr lang="en-US" sz="2400" b="1" dirty="0">
              <a:solidFill>
                <a:srgbClr val="0698D6"/>
              </a:solidFill>
              <a:latin typeface="Libre Franklin"/>
            </a:endParaRPr>
          </a:p>
          <a:p>
            <a:r>
              <a:rPr lang="en-US" sz="2400" b="1" dirty="0">
                <a:solidFill>
                  <a:srgbClr val="0698D6"/>
                </a:solidFill>
                <a:latin typeface="Libre Franklin"/>
              </a:rPr>
              <a:t>Backoffice</a:t>
            </a:r>
          </a:p>
          <a:p>
            <a:endParaRPr lang="it-IT" sz="2400" b="1" dirty="0">
              <a:solidFill>
                <a:srgbClr val="0698D6"/>
              </a:solidFill>
              <a:latin typeface="Libre Franklin"/>
            </a:endParaRP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0195D5B6-7CD0-2AD5-EE8D-33A7DE95BB7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it-IT" sz="2800" dirty="0">
                <a:latin typeface="Libre Franklin" pitchFamily="2" charset="0"/>
              </a:rPr>
              <a:t>⚙️</a:t>
            </a:r>
            <a:r>
              <a:rPr lang="en-GB" sz="2800" dirty="0"/>
              <a:t> General description of project</a:t>
            </a:r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E12F6630-014B-2F01-FA1B-70CE7CAF94E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it-IT" dirty="0"/>
              <a:t>Features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E98291BA-8901-330F-762A-8E4E9B7437BE}"/>
              </a:ext>
            </a:extLst>
          </p:cNvPr>
          <p:cNvSpPr txBox="1"/>
          <p:nvPr/>
        </p:nvSpPr>
        <p:spPr>
          <a:xfrm>
            <a:off x="7315200" y="7335694"/>
            <a:ext cx="7315200" cy="327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  <a:buNone/>
            </a:pPr>
            <a:r>
              <a:rPr lang="it-IT" sz="14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Libre Franklin" panose="00000500000000000000" pitchFamily="2" charset="0"/>
                <a:ea typeface="Calibri" panose="020F0502020204030204" pitchFamily="34" charset="0"/>
                <a:cs typeface="Arial" panose="020B0604020202020204" pitchFamily="34" charset="0"/>
              </a:rPr>
              <a:t>See «4.3.1.1 High-</a:t>
            </a:r>
            <a:r>
              <a:rPr lang="it-IT" sz="1400" dirty="0" err="1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Libre Franklin" panose="00000500000000000000" pitchFamily="2" charset="0"/>
                <a:ea typeface="Calibri" panose="020F0502020204030204" pitchFamily="34" charset="0"/>
                <a:cs typeface="Arial" panose="020B0604020202020204" pitchFamily="34" charset="0"/>
              </a:rPr>
              <a:t>level</a:t>
            </a:r>
            <a:r>
              <a:rPr lang="it-IT" sz="14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Libre Franklin" panose="00000500000000000000" pitchFamily="2" charset="0"/>
                <a:ea typeface="Calibri" panose="020F0502020204030204" pitchFamily="34" charset="0"/>
                <a:cs typeface="Arial" panose="020B0604020202020204" pitchFamily="34" charset="0"/>
              </a:rPr>
              <a:t> software </a:t>
            </a:r>
            <a:r>
              <a:rPr lang="it-IT" sz="1400" dirty="0" err="1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Libre Franklin" panose="00000500000000000000" pitchFamily="2" charset="0"/>
                <a:ea typeface="Calibri" panose="020F0502020204030204" pitchFamily="34" charset="0"/>
                <a:cs typeface="Arial" panose="020B0604020202020204" pitchFamily="34" charset="0"/>
              </a:rPr>
              <a:t>requirements</a:t>
            </a:r>
            <a:r>
              <a:rPr lang="it-IT" sz="14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Libre Franklin" panose="00000500000000000000" pitchFamily="2" charset="0"/>
                <a:ea typeface="Calibri" panose="020F0502020204030204" pitchFamily="34" charset="0"/>
                <a:cs typeface="Arial" panose="020B0604020202020204" pitchFamily="34" charset="0"/>
              </a:rPr>
              <a:t>»</a:t>
            </a:r>
            <a:endParaRPr lang="it-IT" sz="1400" dirty="0">
              <a:effectLst/>
              <a:latin typeface="Libre Franklin Light" panose="00000400000000000000" pitchFamily="2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A2525093-6B2B-08B2-767A-0429B36D36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3254" y="1407425"/>
            <a:ext cx="7315200" cy="5793344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E5B757AA-AEEF-FF31-A2A7-19DD332A78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4593" y="3137917"/>
            <a:ext cx="1991543" cy="443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9631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0C6BB-1805-24C2-91EE-690465778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674">
            <a:extLst>
              <a:ext uri="{FF2B5EF4-FFF2-40B4-BE49-F238E27FC236}">
                <a16:creationId xmlns:a16="http://schemas.microsoft.com/office/drawing/2014/main" id="{74BD1F5D-2985-0E1C-B1AC-59E7098F2218}"/>
              </a:ext>
            </a:extLst>
          </p:cNvPr>
          <p:cNvSpPr/>
          <p:nvPr/>
        </p:nvSpPr>
        <p:spPr>
          <a:xfrm>
            <a:off x="589833" y="2239240"/>
            <a:ext cx="13945973" cy="2326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54862" tIns="54862" rIns="54862" bIns="54862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Libre Franklin"/>
              </a:rPr>
              <a:t>🧠 </a:t>
            </a:r>
            <a:r>
              <a:rPr lang="en-US" sz="2400" b="1" dirty="0">
                <a:solidFill>
                  <a:srgbClr val="0698D6"/>
                </a:solidFill>
                <a:latin typeface="Libre Franklin"/>
              </a:rPr>
              <a:t>Retrieval &amp; Reasoning Engine </a:t>
            </a:r>
            <a:r>
              <a:rPr lang="en-US" sz="2400" dirty="0">
                <a:latin typeface="Libre Franklin"/>
              </a:rPr>
              <a:t> Decouple LLM engine from UI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dirty="0">
              <a:latin typeface="Libre Franklin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Libre Franklin"/>
              </a:rPr>
              <a:t>🔎 </a:t>
            </a:r>
            <a:r>
              <a:rPr lang="en-US" sz="2400" b="1" dirty="0">
                <a:solidFill>
                  <a:srgbClr val="0698D6"/>
                </a:solidFill>
                <a:latin typeface="Libre Franklin"/>
              </a:rPr>
              <a:t>Retrieval Flow</a:t>
            </a:r>
            <a:r>
              <a:rPr lang="en-US" sz="2400" dirty="0">
                <a:latin typeface="Libre Franklin"/>
              </a:rPr>
              <a:t> Correlate alarm codes to technical document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dirty="0">
              <a:latin typeface="Libre Franklin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dirty="0">
              <a:latin typeface="Libre Franklin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dirty="0">
              <a:latin typeface="Libre Franklin"/>
            </a:endParaRP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66044DB1-831F-9D81-9AF4-33EFB9820E8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it-IT" sz="2800" dirty="0">
                <a:latin typeface="Libre Franklin" pitchFamily="2" charset="0"/>
              </a:rPr>
              <a:t>⚙️</a:t>
            </a:r>
            <a:r>
              <a:rPr lang="en-GB" sz="2800" dirty="0"/>
              <a:t> General description of project</a:t>
            </a:r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53FA5848-965B-4056-FF05-54403BEBD08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it-IT" dirty="0"/>
              <a:t>Features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B09A1B88-A432-55F6-9BBE-3155D43CD486}"/>
              </a:ext>
            </a:extLst>
          </p:cNvPr>
          <p:cNvSpPr txBox="1"/>
          <p:nvPr/>
        </p:nvSpPr>
        <p:spPr>
          <a:xfrm>
            <a:off x="7315200" y="7335694"/>
            <a:ext cx="7315200" cy="327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  <a:buNone/>
            </a:pPr>
            <a:r>
              <a:rPr lang="it-IT" sz="14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Libre Franklin" panose="00000500000000000000" pitchFamily="2" charset="0"/>
                <a:ea typeface="Calibri" panose="020F0502020204030204" pitchFamily="34" charset="0"/>
                <a:cs typeface="Arial" panose="020B0604020202020204" pitchFamily="34" charset="0"/>
              </a:rPr>
              <a:t>See «</a:t>
            </a:r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Libre Franklin" panose="00000500000000000000" pitchFamily="2" charset="0"/>
                <a:ea typeface="Calibri" panose="020F0502020204030204" pitchFamily="34" charset="0"/>
                <a:cs typeface="Arial" panose="020B0604020202020204" pitchFamily="34" charset="0"/>
              </a:rPr>
              <a:t>4.3.1.2 Retrieval and reasoning engine software interface</a:t>
            </a:r>
            <a:r>
              <a:rPr lang="it-IT" sz="14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Libre Franklin" panose="00000500000000000000" pitchFamily="2" charset="0"/>
                <a:ea typeface="Calibri" panose="020F0502020204030204" pitchFamily="34" charset="0"/>
                <a:cs typeface="Arial" panose="020B0604020202020204" pitchFamily="34" charset="0"/>
              </a:rPr>
              <a:t>»</a:t>
            </a:r>
            <a:endParaRPr lang="it-IT" sz="1400" dirty="0">
              <a:effectLst/>
              <a:latin typeface="Libre Franklin Light" panose="00000400000000000000" pitchFamily="2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3" name="Shape 2674">
            <a:extLst>
              <a:ext uri="{FF2B5EF4-FFF2-40B4-BE49-F238E27FC236}">
                <a16:creationId xmlns:a16="http://schemas.microsoft.com/office/drawing/2014/main" id="{51773DDF-240F-1A4C-576E-560260A74A32}"/>
              </a:ext>
            </a:extLst>
          </p:cNvPr>
          <p:cNvSpPr/>
          <p:nvPr/>
        </p:nvSpPr>
        <p:spPr>
          <a:xfrm>
            <a:off x="589832" y="3570366"/>
            <a:ext cx="13945973" cy="14957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54862" tIns="54862" rIns="54862" bIns="54862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rgbClr val="0698D6"/>
                </a:solidFill>
                <a:latin typeface="Libre Franklin"/>
              </a:rPr>
              <a:t>Media Support</a:t>
            </a:r>
          </a:p>
          <a:p>
            <a:pPr lvl="1"/>
            <a:r>
              <a:rPr lang="en-US" sz="2400" dirty="0">
                <a:latin typeface="Libre Franklin"/>
              </a:rPr>
              <a:t>	images</a:t>
            </a:r>
          </a:p>
          <a:p>
            <a:pPr lvl="1"/>
            <a:endParaRPr lang="en-US" sz="1600" dirty="0">
              <a:latin typeface="Libre Franklin"/>
            </a:endParaRPr>
          </a:p>
          <a:p>
            <a:pPr lvl="1"/>
            <a:r>
              <a:rPr lang="en-US" sz="2400" dirty="0">
                <a:latin typeface="Libre Franklin"/>
              </a:rPr>
              <a:t>	video 	</a:t>
            </a:r>
            <a:endParaRPr lang="it-IT" sz="2400" dirty="0">
              <a:latin typeface="Libre Franklin"/>
            </a:endParaRPr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9EFB365C-9C25-5136-31F4-BB4E119561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6930" y="3815688"/>
            <a:ext cx="9073435" cy="1000404"/>
          </a:xfrm>
          <a:prstGeom prst="rect">
            <a:avLst/>
          </a:prstGeom>
        </p:spPr>
      </p:pic>
      <p:sp>
        <p:nvSpPr>
          <p:cNvPr id="12" name="Rettangolo 11">
            <a:extLst>
              <a:ext uri="{FF2B5EF4-FFF2-40B4-BE49-F238E27FC236}">
                <a16:creationId xmlns:a16="http://schemas.microsoft.com/office/drawing/2014/main" id="{B70A13A9-9B6E-2E8E-373E-F42052411079}"/>
              </a:ext>
            </a:extLst>
          </p:cNvPr>
          <p:cNvSpPr/>
          <p:nvPr/>
        </p:nvSpPr>
        <p:spPr>
          <a:xfrm>
            <a:off x="5196930" y="4231767"/>
            <a:ext cx="706030" cy="430178"/>
          </a:xfrm>
          <a:prstGeom prst="rect">
            <a:avLst/>
          </a:prstGeom>
          <a:noFill/>
          <a:ln w="38100">
            <a:solidFill>
              <a:srgbClr val="0698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5" name="Immagine 14">
            <a:extLst>
              <a:ext uri="{FF2B5EF4-FFF2-40B4-BE49-F238E27FC236}">
                <a16:creationId xmlns:a16="http://schemas.microsoft.com/office/drawing/2014/main" id="{04A15157-DB7D-3C6E-CDBD-A58E1A5649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3655" y="4510088"/>
            <a:ext cx="1856288" cy="641725"/>
          </a:xfrm>
          <a:prstGeom prst="rect">
            <a:avLst/>
          </a:prstGeom>
        </p:spPr>
      </p:pic>
      <p:pic>
        <p:nvPicPr>
          <p:cNvPr id="20" name="Immagine 19">
            <a:extLst>
              <a:ext uri="{FF2B5EF4-FFF2-40B4-BE49-F238E27FC236}">
                <a16:creationId xmlns:a16="http://schemas.microsoft.com/office/drawing/2014/main" id="{C750C08A-D1C0-E0B5-EFD7-6EDD57937B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1256" y="5239836"/>
            <a:ext cx="1305107" cy="657317"/>
          </a:xfrm>
          <a:prstGeom prst="rect">
            <a:avLst/>
          </a:prstGeom>
          <a:ln w="38100">
            <a:solidFill>
              <a:srgbClr val="0698D6"/>
            </a:solidFill>
          </a:ln>
        </p:spPr>
      </p:pic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D648852B-8DDE-06EC-4270-C94B38CAB5EB}"/>
              </a:ext>
            </a:extLst>
          </p:cNvPr>
          <p:cNvSpPr txBox="1"/>
          <p:nvPr/>
        </p:nvSpPr>
        <p:spPr>
          <a:xfrm>
            <a:off x="609600" y="5260052"/>
            <a:ext cx="73253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rgbClr val="0698D6"/>
                </a:solidFill>
                <a:latin typeface="Libre Franklin"/>
              </a:rPr>
              <a:t>Answer quality survey</a:t>
            </a: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5871AF76-F968-8FB2-4109-637FCF5035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3655" y="3910904"/>
            <a:ext cx="1856288" cy="641725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133B6F72-21BC-61D7-4058-3B521C7F3A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2280" y="5289300"/>
            <a:ext cx="1991543" cy="443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2308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674">
            <a:extLst>
              <a:ext uri="{FF2B5EF4-FFF2-40B4-BE49-F238E27FC236}">
                <a16:creationId xmlns:a16="http://schemas.microsoft.com/office/drawing/2014/main" id="{B423EF21-52F7-4629-AA9F-04070AD23E34}"/>
              </a:ext>
            </a:extLst>
          </p:cNvPr>
          <p:cNvSpPr/>
          <p:nvPr/>
        </p:nvSpPr>
        <p:spPr>
          <a:xfrm>
            <a:off x="589834" y="2239240"/>
            <a:ext cx="13380166" cy="41734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54862" tIns="54862" rIns="54862" bIns="54862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it-IT" sz="2400" dirty="0">
                <a:latin typeface="Libre Franklin" pitchFamily="2" charset="0"/>
              </a:rPr>
              <a:t>Setup program for automatic software installation, with dependencies included in the installer.</a:t>
            </a:r>
          </a:p>
          <a:p>
            <a:endParaRPr lang="it-IT" sz="2400" dirty="0">
              <a:latin typeface="Libre Franklin" pitchFamily="2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it-IT" sz="2400" dirty="0">
                <a:latin typeface="Libre Franklin" pitchFamily="2" charset="0"/>
              </a:rPr>
              <a:t>Initiative includes documentation release for software installation, upgrade, patching procedure addressed to Bottero operation and customer service </a:t>
            </a:r>
            <a:r>
              <a:rPr lang="it-IT" sz="2400" dirty="0" err="1">
                <a:latin typeface="Libre Franklin" pitchFamily="2" charset="0"/>
              </a:rPr>
              <a:t>personnel</a:t>
            </a:r>
            <a:r>
              <a:rPr lang="it-IT" sz="2400" dirty="0">
                <a:latin typeface="Libre Franklin" pitchFamily="2" charset="0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400" dirty="0">
              <a:latin typeface="Libre Franklin" pitchFamily="2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it-IT" sz="2400" dirty="0">
                <a:latin typeface="Libre Franklin" pitchFamily="2" charset="0"/>
              </a:rPr>
              <a:t>Compatibility with Windows 11 (client PC) or greater, Microsoft Edge version 140 or later and Windows Server 2025.</a:t>
            </a:r>
          </a:p>
          <a:p>
            <a:endParaRPr lang="it-IT" sz="2400" dirty="0">
              <a:latin typeface="Libre Franklin" pitchFamily="2" charset="0"/>
            </a:endParaRPr>
          </a:p>
          <a:p>
            <a:endParaRPr lang="it-IT" sz="2400" dirty="0">
              <a:latin typeface="Libre Franklin" pitchFamily="2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it-IT" sz="2400" dirty="0">
                <a:latin typeface="Libre Franklin"/>
              </a:rPr>
              <a:t>Compatibility with </a:t>
            </a:r>
            <a:r>
              <a:rPr sz="2400" dirty="0">
                <a:latin typeface="Libre Franklin"/>
              </a:rPr>
              <a:t>Chrome version 146.0.7680.165 or later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5CD7B9F6-4331-9E4E-990D-B1A72DCF62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it-IT" sz="2800" dirty="0">
                <a:latin typeface="Libre Franklin" pitchFamily="2" charset="0"/>
              </a:rPr>
              <a:t>⚙️</a:t>
            </a:r>
            <a:r>
              <a:rPr lang="en-GB" sz="2800" dirty="0"/>
              <a:t> General description of project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9A9549D-2E08-DADE-0838-AFE6A4CBD94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it-IT" dirty="0"/>
              <a:t>Must </a:t>
            </a:r>
            <a:r>
              <a:rPr lang="it-IT" dirty="0" err="1"/>
              <a:t>have</a:t>
            </a:r>
            <a:endParaRPr lang="it-IT" dirty="0"/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642AFA97-61FE-BCDA-DD30-E94A4ADDF1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it-IT" dirty="0"/>
              <a:t>Features</a:t>
            </a:r>
          </a:p>
        </p:txBody>
      </p:sp>
      <p:sp>
        <p:nvSpPr>
          <p:cNvPr id="10" name="Segnaposto testo 2">
            <a:extLst>
              <a:ext uri="{FF2B5EF4-FFF2-40B4-BE49-F238E27FC236}">
                <a16:creationId xmlns:a16="http://schemas.microsoft.com/office/drawing/2014/main" id="{ABC93BA9-E1D3-31F2-ECD8-E1E8C0E59774}"/>
              </a:ext>
            </a:extLst>
          </p:cNvPr>
          <p:cNvSpPr txBox="1">
            <a:spLocks/>
          </p:cNvSpPr>
          <p:nvPr/>
        </p:nvSpPr>
        <p:spPr>
          <a:xfrm>
            <a:off x="667215" y="5572873"/>
            <a:ext cx="4343400" cy="582613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b="1" i="0" kern="1200">
                <a:solidFill>
                  <a:srgbClr val="00A9DE"/>
                </a:solidFill>
                <a:latin typeface="Libre Franklin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 err="1"/>
              <a:t>Nice</a:t>
            </a:r>
            <a:r>
              <a:rPr lang="it-IT" dirty="0"/>
              <a:t> to </a:t>
            </a:r>
            <a:r>
              <a:rPr lang="it-IT" dirty="0" err="1"/>
              <a:t>have</a:t>
            </a:r>
            <a:endParaRPr lang="it-IT" dirty="0"/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88425080-DC1A-8004-EF37-51FA99DD2C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5855" y="2661862"/>
            <a:ext cx="1856288" cy="641725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04FC1CBC-9DE8-DC20-A017-58E597D077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4828" y="3719092"/>
            <a:ext cx="1991543" cy="443430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A4D9CC93-7850-B111-645A-C08AA6CCA6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4057" y="4830302"/>
            <a:ext cx="1991543" cy="443430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D866F04C-841B-8AF0-332D-F13B261388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3570" y="5886494"/>
            <a:ext cx="1991543" cy="443430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8CBD904E-811F-EDD0-37AC-BE54E93A0BEE}"/>
              </a:ext>
            </a:extLst>
          </p:cNvPr>
          <p:cNvSpPr txBox="1"/>
          <p:nvPr/>
        </p:nvSpPr>
        <p:spPr>
          <a:xfrm>
            <a:off x="7315200" y="7335694"/>
            <a:ext cx="7315200" cy="327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  <a:buNone/>
            </a:pPr>
            <a:r>
              <a:rPr lang="it-IT" sz="14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Libre Franklin" panose="00000500000000000000" pitchFamily="2" charset="0"/>
                <a:ea typeface="Calibri" panose="020F0502020204030204" pitchFamily="34" charset="0"/>
                <a:cs typeface="Arial" panose="020B0604020202020204" pitchFamily="34" charset="0"/>
              </a:rPr>
              <a:t>See «</a:t>
            </a:r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Libre Franklin" panose="00000500000000000000" pitchFamily="2" charset="0"/>
                <a:ea typeface="Calibri" panose="020F0502020204030204" pitchFamily="34" charset="0"/>
                <a:cs typeface="Arial" panose="020B0604020202020204" pitchFamily="34" charset="0"/>
              </a:rPr>
              <a:t>4.3.3	Producibility / </a:t>
            </a:r>
            <a:r>
              <a:rPr lang="en-US" sz="14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Libre Franklin" panose="00000500000000000000" pitchFamily="2" charset="0"/>
                <a:ea typeface="Calibri" panose="020F0502020204030204" pitchFamily="34" charset="0"/>
                <a:cs typeface="Arial" panose="020B0604020202020204" pitchFamily="34" charset="0"/>
              </a:rPr>
              <a:t>Installability</a:t>
            </a:r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Libre Franklin" panose="00000500000000000000" pitchFamily="2" charset="0"/>
                <a:ea typeface="Calibri" panose="020F0502020204030204" pitchFamily="34" charset="0"/>
                <a:cs typeface="Arial" panose="020B0604020202020204" pitchFamily="34" charset="0"/>
              </a:rPr>
              <a:t> / Maintenance</a:t>
            </a:r>
            <a:r>
              <a:rPr lang="it-IT" sz="14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Libre Franklin" panose="00000500000000000000" pitchFamily="2" charset="0"/>
                <a:ea typeface="Calibri" panose="020F0502020204030204" pitchFamily="34" charset="0"/>
                <a:cs typeface="Arial" panose="020B0604020202020204" pitchFamily="34" charset="0"/>
              </a:rPr>
              <a:t>»</a:t>
            </a:r>
            <a:endParaRPr lang="it-IT" sz="1400" dirty="0">
              <a:effectLst/>
              <a:latin typeface="Libre Franklin Light" panose="00000400000000000000" pitchFamily="2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5CD7B9F6-4331-9E4E-990D-B1A72DCF62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it-IT" sz="2800" dirty="0">
                <a:latin typeface="Libre Franklin" pitchFamily="2" charset="0"/>
              </a:rPr>
              <a:t>🗓️ Pilot plan</a:t>
            </a:r>
            <a:endParaRPr lang="en-GB" sz="2800" dirty="0"/>
          </a:p>
        </p:txBody>
      </p:sp>
      <p:sp>
        <p:nvSpPr>
          <p:cNvPr id="4" name="Shape 2674">
            <a:extLst>
              <a:ext uri="{FF2B5EF4-FFF2-40B4-BE49-F238E27FC236}">
                <a16:creationId xmlns:a16="http://schemas.microsoft.com/office/drawing/2014/main" id="{B423EF21-52F7-4629-AA9F-04070AD23E34}"/>
              </a:ext>
            </a:extLst>
          </p:cNvPr>
          <p:cNvSpPr/>
          <p:nvPr/>
        </p:nvSpPr>
        <p:spPr>
          <a:xfrm>
            <a:off x="589834" y="2239240"/>
            <a:ext cx="13380166" cy="1957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54862" tIns="54862" rIns="54862" bIns="54862">
            <a:spAutoFit/>
          </a:bodyPr>
          <a:lstStyle/>
          <a:p>
            <a:r>
              <a:rPr lang="it-IT" sz="2400" b="1" dirty="0">
                <a:solidFill>
                  <a:srgbClr val="0698D6"/>
                </a:solidFill>
                <a:latin typeface="Libre Franklin" pitchFamily="2" charset="0"/>
              </a:rPr>
              <a:t>The initiative scope </a:t>
            </a:r>
            <a:r>
              <a:rPr lang="it-IT" sz="2400" b="1" dirty="0" err="1">
                <a:solidFill>
                  <a:srgbClr val="0698D6"/>
                </a:solidFill>
                <a:latin typeface="Libre Franklin" pitchFamily="2" charset="0"/>
              </a:rPr>
              <a:t>is</a:t>
            </a:r>
            <a:r>
              <a:rPr lang="it-IT" sz="2400" b="1" dirty="0">
                <a:solidFill>
                  <a:srgbClr val="0698D6"/>
                </a:solidFill>
                <a:latin typeface="Libre Franklin" pitchFamily="2" charset="0"/>
              </a:rPr>
              <a:t>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it-IT" sz="2400" dirty="0">
                <a:latin typeface="Libre Franklin" pitchFamily="2" charset="0"/>
              </a:rPr>
              <a:t>to create a Bottero-native industrial copilot for troubleshooting and technical support on IS machines, Stackers, Bottero Robot, Hot treatment hoods and </a:t>
            </a:r>
            <a:r>
              <a:rPr lang="it-IT" sz="2400" dirty="0" err="1">
                <a:latin typeface="Libre Franklin" pitchFamily="2" charset="0"/>
              </a:rPr>
              <a:t>other</a:t>
            </a:r>
            <a:r>
              <a:rPr lang="it-IT" sz="2400" dirty="0">
                <a:latin typeface="Libre Franklin" pitchFamily="2" charset="0"/>
              </a:rPr>
              <a:t> Bottero peripherals, deployed on-premise.</a:t>
            </a:r>
          </a:p>
          <a:p>
            <a:endParaRPr lang="it-IT" sz="2400" dirty="0">
              <a:latin typeface="Libre Franklin" pitchFamily="2" charset="0"/>
            </a:endParaRPr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42EA8835-511E-D7ED-564B-0C07AECC7C0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it-IT" dirty="0"/>
              <a:t>Scope &amp; </a:t>
            </a:r>
            <a:r>
              <a:rPr lang="it-IT" dirty="0" err="1"/>
              <a:t>MVPs</a:t>
            </a:r>
            <a:endParaRPr lang="it-IT" dirty="0"/>
          </a:p>
        </p:txBody>
      </p:sp>
      <p:sp>
        <p:nvSpPr>
          <p:cNvPr id="10" name="Shape 2674">
            <a:extLst>
              <a:ext uri="{FF2B5EF4-FFF2-40B4-BE49-F238E27FC236}">
                <a16:creationId xmlns:a16="http://schemas.microsoft.com/office/drawing/2014/main" id="{8FE11B71-DDF8-7AC3-85ED-8029C2AE9C00}"/>
              </a:ext>
            </a:extLst>
          </p:cNvPr>
          <p:cNvSpPr/>
          <p:nvPr/>
        </p:nvSpPr>
        <p:spPr>
          <a:xfrm>
            <a:off x="609600" y="4196695"/>
            <a:ext cx="13380166" cy="30654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54862" tIns="54862" rIns="54862" bIns="54862">
            <a:spAutoFit/>
          </a:bodyPr>
          <a:lstStyle/>
          <a:p>
            <a:r>
              <a:rPr lang="it-IT" sz="2400" b="1" dirty="0">
                <a:solidFill>
                  <a:srgbClr val="0698D6"/>
                </a:solidFill>
                <a:latin typeface="Libre Franklin" pitchFamily="2" charset="0"/>
              </a:rPr>
              <a:t>                            deliverable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it-IT" sz="2400" b="1" dirty="0">
                <a:solidFill>
                  <a:srgbClr val="0698D6"/>
                </a:solidFill>
                <a:latin typeface="Libre Franklin" pitchFamily="2" charset="0"/>
              </a:rPr>
              <a:t>MVP1</a:t>
            </a:r>
            <a:r>
              <a:rPr lang="it-IT" sz="2400" dirty="0">
                <a:latin typeface="Libre Franklin" pitchFamily="2" charset="0"/>
              </a:rPr>
              <a:t>	Pilot customer shopfloor Glass-Assist and</a:t>
            </a:r>
            <a:endParaRPr lang="en-IN" sz="2400" dirty="0">
              <a:latin typeface="Libre Franklin" pitchFamily="2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it-IT" sz="2400" b="1" dirty="0">
                <a:solidFill>
                  <a:srgbClr val="0698D6"/>
                </a:solidFill>
                <a:latin typeface="Libre Franklin" pitchFamily="2" charset="0"/>
              </a:rPr>
              <a:t>MVP2</a:t>
            </a:r>
            <a:r>
              <a:rPr lang="it-IT" sz="2400" dirty="0">
                <a:latin typeface="Libre Franklin" pitchFamily="2" charset="0"/>
              </a:rPr>
              <a:t> 	“Customer Service Companion” (internal use).</a:t>
            </a:r>
          </a:p>
          <a:p>
            <a:endParaRPr lang="it-IT" sz="2400" dirty="0">
              <a:latin typeface="Libre Franklin" pitchFamily="2" charset="0"/>
            </a:endParaRPr>
          </a:p>
          <a:p>
            <a:r>
              <a:rPr lang="it-IT" sz="2400" dirty="0">
                <a:latin typeface="Libre Franklin"/>
              </a:rPr>
              <a:t>                           </a:t>
            </a:r>
            <a:r>
              <a:rPr lang="it-IT" sz="2400" b="1" dirty="0">
                <a:solidFill>
                  <a:srgbClr val="0698D6"/>
                </a:solidFill>
                <a:latin typeface="Libre Franklin" pitchFamily="2" charset="0"/>
              </a:rPr>
              <a:t>include</a:t>
            </a:r>
            <a:r>
              <a:rPr sz="2400" dirty="0">
                <a:latin typeface="Libre Franklin"/>
              </a:rPr>
              <a:t> </a:t>
            </a:r>
            <a:r>
              <a:rPr lang="it-IT" sz="2400" dirty="0">
                <a:latin typeface="Libre Franklin"/>
              </a:rPr>
              <a:t> </a:t>
            </a:r>
            <a:r>
              <a:rPr lang="it-IT" sz="2400" dirty="0" err="1">
                <a:latin typeface="Libre Franklin"/>
              </a:rPr>
              <a:t>guided</a:t>
            </a:r>
            <a:r>
              <a:rPr lang="it-IT" sz="2400" dirty="0">
                <a:latin typeface="Libre Franklin"/>
              </a:rPr>
              <a:t> t</a:t>
            </a:r>
            <a:r>
              <a:rPr sz="2400" dirty="0" err="1">
                <a:latin typeface="Libre Franklin"/>
              </a:rPr>
              <a:t>roubleshooting</a:t>
            </a:r>
            <a:r>
              <a:rPr sz="2400" dirty="0">
                <a:latin typeface="Libre Franklin"/>
              </a:rPr>
              <a:t>, </a:t>
            </a:r>
            <a:endParaRPr lang="it-IT" sz="2400" dirty="0">
              <a:latin typeface="Libre Franklin"/>
            </a:endParaRPr>
          </a:p>
          <a:p>
            <a:r>
              <a:rPr lang="it-IT" sz="2400" dirty="0">
                <a:latin typeface="Libre Franklin"/>
              </a:rPr>
              <a:t>			   </a:t>
            </a:r>
            <a:r>
              <a:rPr sz="2400" dirty="0">
                <a:latin typeface="Libre Franklin"/>
              </a:rPr>
              <a:t>documentation retrieval, </a:t>
            </a:r>
            <a:endParaRPr lang="it-IT" sz="2400" dirty="0">
              <a:latin typeface="Libre Franklin"/>
            </a:endParaRPr>
          </a:p>
          <a:p>
            <a:r>
              <a:rPr lang="it-IT" sz="2400" dirty="0">
                <a:latin typeface="Libre Franklin"/>
              </a:rPr>
              <a:t>			   </a:t>
            </a:r>
            <a:r>
              <a:rPr lang="it-IT" sz="2400" dirty="0" err="1">
                <a:latin typeface="Libre Franklin"/>
              </a:rPr>
              <a:t>multilanguage</a:t>
            </a:r>
            <a:r>
              <a:rPr lang="it-IT" sz="2400" dirty="0">
                <a:latin typeface="Libre Franklin"/>
              </a:rPr>
              <a:t> support,</a:t>
            </a:r>
            <a:r>
              <a:rPr sz="2400" dirty="0">
                <a:latin typeface="Libre Franklin"/>
              </a:rPr>
              <a:t> </a:t>
            </a:r>
            <a:endParaRPr lang="it-IT" sz="2400" dirty="0">
              <a:latin typeface="Libre Franklin"/>
            </a:endParaRPr>
          </a:p>
          <a:p>
            <a:r>
              <a:rPr lang="it-IT" sz="2400" dirty="0">
                <a:latin typeface="Libre Franklin"/>
              </a:rPr>
              <a:t>			   </a:t>
            </a:r>
            <a:r>
              <a:rPr lang="it-IT" sz="2400" dirty="0" err="1">
                <a:latin typeface="Libre Franklin"/>
              </a:rPr>
              <a:t>operation</a:t>
            </a:r>
            <a:r>
              <a:rPr lang="it-IT" sz="2400" dirty="0">
                <a:latin typeface="Libre Franklin"/>
              </a:rPr>
              <a:t> and corporate </a:t>
            </a:r>
            <a:r>
              <a:rPr lang="it-IT" sz="2400" dirty="0" err="1">
                <a:latin typeface="Libre Franklin"/>
              </a:rPr>
              <a:t>analytics</a:t>
            </a:r>
            <a:r>
              <a:rPr lang="it-IT" sz="2400" dirty="0">
                <a:latin typeface="Libre Franklin"/>
              </a:rPr>
              <a:t> (prompt tracing).</a:t>
            </a:r>
            <a:endParaRPr sz="2400" dirty="0">
              <a:latin typeface="Libre Franklin"/>
            </a:endParaRP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6C64D1CD-1482-0B6D-0559-8AEAAD3891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959" y="5624722"/>
            <a:ext cx="2199127" cy="489650"/>
          </a:xfrm>
          <a:prstGeom prst="rect">
            <a:avLst/>
          </a:prstGeom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31C73D15-64E5-8334-F9AF-D4DC8CE4B8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958" y="4106723"/>
            <a:ext cx="2199127" cy="489650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2A7AD983-00CA-4201-5D4B-0EB26A7EB46F}"/>
              </a:ext>
            </a:extLst>
          </p:cNvPr>
          <p:cNvSpPr txBox="1"/>
          <p:nvPr/>
        </p:nvSpPr>
        <p:spPr>
          <a:xfrm>
            <a:off x="7315200" y="7335694"/>
            <a:ext cx="7315200" cy="327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  <a:buNone/>
            </a:pPr>
            <a:r>
              <a:rPr lang="it-IT" sz="14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Libre Franklin" panose="00000500000000000000" pitchFamily="2" charset="0"/>
                <a:ea typeface="Calibri" panose="020F0502020204030204" pitchFamily="34" charset="0"/>
                <a:cs typeface="Arial" panose="020B0604020202020204" pitchFamily="34" charset="0"/>
              </a:rPr>
              <a:t>See «</a:t>
            </a:r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Libre Franklin" panose="00000500000000000000" pitchFamily="2" charset="0"/>
                <a:ea typeface="Calibri" panose="020F0502020204030204" pitchFamily="34" charset="0"/>
                <a:cs typeface="Arial" panose="020B0604020202020204" pitchFamily="34" charset="0"/>
              </a:rPr>
              <a:t>3.2	General goals of project</a:t>
            </a:r>
            <a:r>
              <a:rPr lang="it-IT" sz="14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Libre Franklin" panose="00000500000000000000" pitchFamily="2" charset="0"/>
                <a:ea typeface="Calibri" panose="020F0502020204030204" pitchFamily="34" charset="0"/>
                <a:cs typeface="Arial" panose="020B0604020202020204" pitchFamily="34" charset="0"/>
              </a:rPr>
              <a:t>»</a:t>
            </a:r>
            <a:endParaRPr lang="it-IT" sz="1400" dirty="0">
              <a:effectLst/>
              <a:latin typeface="Libre Franklin Light" panose="00000400000000000000" pitchFamily="2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A5353-ADED-3B60-447C-D79270743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674">
            <a:extLst>
              <a:ext uri="{FF2B5EF4-FFF2-40B4-BE49-F238E27FC236}">
                <a16:creationId xmlns:a16="http://schemas.microsoft.com/office/drawing/2014/main" id="{0CF5151B-9A84-3E0A-063E-73E7E3194C15}"/>
              </a:ext>
            </a:extLst>
          </p:cNvPr>
          <p:cNvSpPr/>
          <p:nvPr/>
        </p:nvSpPr>
        <p:spPr>
          <a:xfrm>
            <a:off x="589834" y="2239240"/>
            <a:ext cx="13380166" cy="45427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54862" tIns="54862" rIns="54862" bIns="54862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it-IT" sz="2400" b="1" dirty="0">
                <a:solidFill>
                  <a:srgbClr val="0698D6"/>
                </a:solidFill>
                <a:latin typeface="Libre Franklin" pitchFamily="2" charset="0"/>
              </a:rPr>
              <a:t>MVP1</a:t>
            </a:r>
            <a:r>
              <a:rPr lang="it-IT" sz="2400" dirty="0">
                <a:latin typeface="Libre Franklin" pitchFamily="2" charset="0"/>
              </a:rPr>
              <a:t> Customer MVP </a:t>
            </a:r>
            <a:r>
              <a:rPr lang="it-IT" sz="2400" dirty="0" err="1">
                <a:latin typeface="Libre Franklin" pitchFamily="2" charset="0"/>
              </a:rPr>
              <a:t>Validation</a:t>
            </a:r>
            <a:r>
              <a:rPr lang="it-IT" sz="2400" dirty="0">
                <a:latin typeface="Libre Franklin" pitchFamily="2" charset="0"/>
              </a:rPr>
              <a:t> KPI:</a:t>
            </a:r>
          </a:p>
          <a:p>
            <a:endParaRPr lang="en-IN" sz="2400" dirty="0">
              <a:latin typeface="Libre Franklin" pitchFamily="2" charset="0"/>
            </a:endParaRPr>
          </a:p>
          <a:p>
            <a:r>
              <a:rPr lang="it-IT" sz="2400" dirty="0">
                <a:latin typeface="Libre Franklin" pitchFamily="2" charset="0"/>
              </a:rPr>
              <a:t>Periodic follow up meeting </a:t>
            </a:r>
            <a:r>
              <a:rPr lang="it-IT" sz="2400" dirty="0" err="1">
                <a:latin typeface="Libre Franklin" pitchFamily="2" charset="0"/>
              </a:rPr>
              <a:t>where</a:t>
            </a:r>
            <a:r>
              <a:rPr lang="it-IT" sz="2400" dirty="0">
                <a:latin typeface="Libre Franklin" pitchFamily="2" charset="0"/>
              </a:rPr>
              <a:t> can be </a:t>
            </a:r>
            <a:r>
              <a:rPr lang="it-IT" sz="2400" dirty="0" err="1">
                <a:latin typeface="Libre Franklin" pitchFamily="2" charset="0"/>
              </a:rPr>
              <a:t>analized</a:t>
            </a:r>
            <a:r>
              <a:rPr lang="it-IT" sz="2400" dirty="0">
                <a:latin typeface="Libre Franklin" pitchFamily="2" charset="0"/>
              </a:rPr>
              <a:t> </a:t>
            </a:r>
          </a:p>
          <a:p>
            <a:r>
              <a:rPr lang="it-IT" sz="2400" dirty="0">
                <a:latin typeface="Libre Franklin" pitchFamily="2" charset="0"/>
              </a:rPr>
              <a:t>	# of prompt, prompt cluster </a:t>
            </a:r>
            <a:r>
              <a:rPr lang="it-IT" sz="2400" dirty="0" err="1">
                <a:latin typeface="Libre Franklin" pitchFamily="2" charset="0"/>
              </a:rPr>
              <a:t>context</a:t>
            </a:r>
            <a:r>
              <a:rPr lang="it-IT" sz="2400" dirty="0">
                <a:latin typeface="Libre Franklin" pitchFamily="2" charset="0"/>
              </a:rPr>
              <a:t>, </a:t>
            </a:r>
            <a:r>
              <a:rPr lang="it-IT" sz="2400" dirty="0" err="1">
                <a:latin typeface="Libre Franklin" pitchFamily="2" charset="0"/>
              </a:rPr>
              <a:t>argument</a:t>
            </a:r>
            <a:r>
              <a:rPr lang="it-IT" sz="2400" dirty="0">
                <a:latin typeface="Libre Franklin" pitchFamily="2" charset="0"/>
              </a:rPr>
              <a:t>, feedback (via prompt survey &amp; </a:t>
            </a:r>
            <a:r>
              <a:rPr lang="it-IT" sz="2400" dirty="0" err="1">
                <a:latin typeface="Libre Franklin" pitchFamily="2" charset="0"/>
              </a:rPr>
              <a:t>direct</a:t>
            </a:r>
            <a:r>
              <a:rPr lang="it-IT" sz="2400" dirty="0">
                <a:latin typeface="Libre Franklin" pitchFamily="2" charset="0"/>
              </a:rPr>
              <a:t>)</a:t>
            </a:r>
          </a:p>
          <a:p>
            <a:endParaRPr lang="it-IT" sz="2400" dirty="0">
              <a:latin typeface="Libre Franklin" pitchFamily="2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it-IT" sz="2400" b="1" dirty="0">
                <a:solidFill>
                  <a:srgbClr val="0698D6"/>
                </a:solidFill>
                <a:latin typeface="Libre Franklin" pitchFamily="2" charset="0"/>
              </a:rPr>
              <a:t>MVP2 </a:t>
            </a:r>
            <a:r>
              <a:rPr lang="en-US" sz="2400" dirty="0">
                <a:latin typeface="Libre Franklin" pitchFamily="2" charset="0"/>
              </a:rPr>
              <a:t>Internal MVP Validation KPI:</a:t>
            </a:r>
          </a:p>
          <a:p>
            <a:endParaRPr lang="en-US" sz="2400" dirty="0">
              <a:latin typeface="Libre Franklin" pitchFamily="2" charset="0"/>
            </a:endParaRPr>
          </a:p>
          <a:p>
            <a:r>
              <a:rPr lang="en-US" sz="2400" dirty="0">
                <a:latin typeface="Libre Franklin" pitchFamily="2" charset="0"/>
              </a:rPr>
              <a:t>Periodic follow up with Bottero customer service where can be </a:t>
            </a:r>
            <a:r>
              <a:rPr lang="en-US" sz="2400" dirty="0" err="1">
                <a:latin typeface="Libre Franklin" pitchFamily="2" charset="0"/>
              </a:rPr>
              <a:t>analized</a:t>
            </a:r>
            <a:endParaRPr lang="en-US" sz="2400" dirty="0">
              <a:latin typeface="Libre Franklin" pitchFamily="2" charset="0"/>
            </a:endParaRPr>
          </a:p>
          <a:p>
            <a:r>
              <a:rPr lang="en-US" sz="2400" dirty="0">
                <a:latin typeface="Libre Franklin" pitchFamily="2" charset="0"/>
              </a:rPr>
              <a:t>	# of prompt, prompt cluster context, argument, case solved</a:t>
            </a:r>
          </a:p>
          <a:p>
            <a:endParaRPr lang="it-IT" sz="2400" dirty="0">
              <a:latin typeface="Libre Franklin"/>
            </a:endParaRPr>
          </a:p>
          <a:p>
            <a:r>
              <a:rPr lang="it-IT" sz="2400" dirty="0">
                <a:latin typeface="Libre Franklin"/>
              </a:rPr>
              <a:t>Note: </a:t>
            </a:r>
            <a:r>
              <a:rPr sz="2400" dirty="0">
                <a:latin typeface="Libre Franklin"/>
              </a:rPr>
              <a:t>According to this</a:t>
            </a:r>
            <a:r>
              <a:rPr lang="it-IT" sz="2400" dirty="0">
                <a:latin typeface="Libre Franklin"/>
              </a:rPr>
              <a:t> </a:t>
            </a:r>
            <a:r>
              <a:rPr lang="it-IT" sz="2400" dirty="0" err="1">
                <a:latin typeface="Libre Franklin"/>
              </a:rPr>
              <a:t>requirement</a:t>
            </a:r>
            <a:r>
              <a:rPr sz="2400" dirty="0">
                <a:latin typeface="Libre Franklin"/>
              </a:rPr>
              <a:t>, it’s necessary to have </a:t>
            </a:r>
            <a:r>
              <a:rPr lang="it-IT" sz="2400" dirty="0">
                <a:latin typeface="Libre Franklin"/>
              </a:rPr>
              <a:t>KPI</a:t>
            </a:r>
            <a:r>
              <a:rPr sz="2400" dirty="0">
                <a:latin typeface="Libre Franklin"/>
              </a:rPr>
              <a:t> available and ready in </a:t>
            </a:r>
            <a:r>
              <a:rPr lang="it-IT" sz="2400" dirty="0">
                <a:latin typeface="Libre Franklin"/>
              </a:rPr>
              <a:t>backoffice </a:t>
            </a:r>
            <a:r>
              <a:rPr lang="it-IT" sz="2400" dirty="0" err="1">
                <a:latin typeface="Libre Franklin"/>
              </a:rPr>
              <a:t>section</a:t>
            </a:r>
            <a:r>
              <a:rPr lang="it-IT" sz="2400" dirty="0">
                <a:latin typeface="Libre Franklin"/>
              </a:rPr>
              <a:t>.</a:t>
            </a:r>
            <a:endParaRPr sz="2400" dirty="0">
              <a:latin typeface="Libre Franklin"/>
            </a:endParaRP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13C58728-71F2-0D29-BF99-E49E38175F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it-IT" sz="2800" dirty="0">
                <a:latin typeface="Libre Franklin" pitchFamily="2" charset="0"/>
              </a:rPr>
              <a:t>🗓️ Pilot plan</a:t>
            </a:r>
            <a:endParaRPr lang="en-GB" sz="2800" dirty="0"/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DA1F80F9-0E49-25B2-E1C9-4B3215CF9C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it-IT" dirty="0" err="1"/>
              <a:t>MVPs</a:t>
            </a:r>
            <a:r>
              <a:rPr lang="it-IT" dirty="0"/>
              <a:t> </a:t>
            </a:r>
            <a:r>
              <a:rPr lang="it-IT" dirty="0" err="1"/>
              <a:t>validation</a:t>
            </a:r>
            <a:endParaRPr lang="it-IT" dirty="0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CD61B65A-BF0D-F428-3FFE-80A36198E05B}"/>
              </a:ext>
            </a:extLst>
          </p:cNvPr>
          <p:cNvSpPr txBox="1"/>
          <p:nvPr/>
        </p:nvSpPr>
        <p:spPr>
          <a:xfrm>
            <a:off x="7315200" y="7335694"/>
            <a:ext cx="7315200" cy="327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  <a:buNone/>
            </a:pPr>
            <a:r>
              <a:rPr lang="it-IT" sz="14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Libre Franklin" panose="00000500000000000000" pitchFamily="2" charset="0"/>
                <a:ea typeface="Calibri" panose="020F0502020204030204" pitchFamily="34" charset="0"/>
                <a:cs typeface="Arial" panose="020B0604020202020204" pitchFamily="34" charset="0"/>
              </a:rPr>
              <a:t>See «</a:t>
            </a:r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Libre Franklin" panose="00000500000000000000" pitchFamily="2" charset="0"/>
                <a:ea typeface="Calibri" panose="020F0502020204030204" pitchFamily="34" charset="0"/>
                <a:cs typeface="Arial" panose="020B0604020202020204" pitchFamily="34" charset="0"/>
              </a:rPr>
              <a:t>4.2	Time Line of project (Gantt)</a:t>
            </a:r>
            <a:r>
              <a:rPr lang="it-IT" sz="14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Libre Franklin" panose="00000500000000000000" pitchFamily="2" charset="0"/>
                <a:ea typeface="Calibri" panose="020F0502020204030204" pitchFamily="34" charset="0"/>
                <a:cs typeface="Arial" panose="020B0604020202020204" pitchFamily="34" charset="0"/>
              </a:rPr>
              <a:t>»</a:t>
            </a:r>
            <a:endParaRPr lang="it-IT" sz="1400" dirty="0">
              <a:effectLst/>
              <a:latin typeface="Libre Franklin Light" panose="00000400000000000000" pitchFamily="2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06483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6D733B-8377-F204-9659-F2173A2D7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674">
            <a:extLst>
              <a:ext uri="{FF2B5EF4-FFF2-40B4-BE49-F238E27FC236}">
                <a16:creationId xmlns:a16="http://schemas.microsoft.com/office/drawing/2014/main" id="{9ECD8F43-F6AE-E1F5-B1E8-B6F386E30342}"/>
              </a:ext>
            </a:extLst>
          </p:cNvPr>
          <p:cNvSpPr/>
          <p:nvPr/>
        </p:nvSpPr>
        <p:spPr>
          <a:xfrm>
            <a:off x="574519" y="5413701"/>
            <a:ext cx="13380166" cy="26961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54862" tIns="54862" rIns="54862" bIns="54862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it-IT" sz="2400" dirty="0">
                <a:latin typeface="Libre Franklin" pitchFamily="2" charset="0"/>
              </a:rPr>
              <a:t>Q2 2026: interviews with initiative champions, definition of MVP use cases, and preparation of the first validated dataset with Bottero documents and recurring technical </a:t>
            </a:r>
            <a:r>
              <a:rPr lang="it-IT" sz="2400" dirty="0" err="1">
                <a:latin typeface="Libre Franklin" pitchFamily="2" charset="0"/>
              </a:rPr>
              <a:t>questions</a:t>
            </a:r>
            <a:r>
              <a:rPr lang="it-IT" sz="2400" dirty="0">
                <a:latin typeface="Libre Franklin" pitchFamily="2" charset="0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it-IT" sz="2400" dirty="0">
                <a:latin typeface="Libre Franklin" pitchFamily="2" charset="0"/>
              </a:rPr>
              <a:t>Material supply for MPV1(server, network switch, etc..)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it-IT" sz="2400" dirty="0">
                <a:latin typeface="Libre Franklin" pitchFamily="2" charset="0"/>
              </a:rPr>
              <a:t>Q3 2026: deployment of MVP in customer service area and validation of the triage workflow to reduce duplicated troubleshooting noise and improve first-level support consistency.</a:t>
            </a:r>
          </a:p>
          <a:p>
            <a:endParaRPr lang="en-IN" sz="2400" dirty="0">
              <a:latin typeface="Libre Franklin" pitchFamily="2" charset="0"/>
            </a:endParaRP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9BC9AC2D-8181-FB33-088E-A2B30476A7C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it-IT" sz="2800" dirty="0">
                <a:latin typeface="Libre Franklin" pitchFamily="2" charset="0"/>
              </a:rPr>
              <a:t>🗓️ Pilot plan</a:t>
            </a:r>
            <a:endParaRPr lang="en-GB" sz="2800" dirty="0"/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E886BA19-8919-D38D-8873-F2FF9368AD8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it-IT" dirty="0" err="1"/>
              <a:t>MVPs</a:t>
            </a:r>
            <a:r>
              <a:rPr lang="it-IT" dirty="0"/>
              <a:t> </a:t>
            </a:r>
            <a:r>
              <a:rPr lang="it-IT" dirty="0" err="1"/>
              <a:t>Gantt</a:t>
            </a:r>
            <a:endParaRPr lang="it-IT" dirty="0"/>
          </a:p>
        </p:txBody>
      </p:sp>
      <p:grpSp>
        <p:nvGrpSpPr>
          <p:cNvPr id="3" name="Gruppo 2">
            <a:extLst>
              <a:ext uri="{FF2B5EF4-FFF2-40B4-BE49-F238E27FC236}">
                <a16:creationId xmlns:a16="http://schemas.microsoft.com/office/drawing/2014/main" id="{DF26193C-DBB6-CC73-6C35-468FE16F2008}"/>
              </a:ext>
            </a:extLst>
          </p:cNvPr>
          <p:cNvGrpSpPr/>
          <p:nvPr/>
        </p:nvGrpSpPr>
        <p:grpSpPr>
          <a:xfrm>
            <a:off x="1143000" y="1818091"/>
            <a:ext cx="12306300" cy="3615680"/>
            <a:chOff x="1143000" y="2695324"/>
            <a:chExt cx="12306300" cy="3615680"/>
          </a:xfrm>
        </p:grpSpPr>
        <p:sp>
          <p:nvSpPr>
            <p:cNvPr id="7" name="Freccia a destra 6">
              <a:extLst>
                <a:ext uri="{FF2B5EF4-FFF2-40B4-BE49-F238E27FC236}">
                  <a16:creationId xmlns:a16="http://schemas.microsoft.com/office/drawing/2014/main" id="{EB5C3C66-AB36-CA77-28BB-AFBBB3A4C264}"/>
                </a:ext>
              </a:extLst>
            </p:cNvPr>
            <p:cNvSpPr/>
            <p:nvPr/>
          </p:nvSpPr>
          <p:spPr>
            <a:xfrm>
              <a:off x="1143000" y="4211055"/>
              <a:ext cx="12306300" cy="495300"/>
            </a:xfrm>
            <a:prstGeom prst="rightArrow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0" scaled="1"/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>
                <a:solidFill>
                  <a:srgbClr val="00B050"/>
                </a:solidFill>
              </a:endParaRPr>
            </a:p>
          </p:txBody>
        </p:sp>
        <p:sp>
          <p:nvSpPr>
            <p:cNvPr id="11" name="Goccia 10">
              <a:extLst>
                <a:ext uri="{FF2B5EF4-FFF2-40B4-BE49-F238E27FC236}">
                  <a16:creationId xmlns:a16="http://schemas.microsoft.com/office/drawing/2014/main" id="{DE321A86-FA8F-8E4C-B95D-EC868B13A84B}"/>
                </a:ext>
              </a:extLst>
            </p:cNvPr>
            <p:cNvSpPr/>
            <p:nvPr/>
          </p:nvSpPr>
          <p:spPr>
            <a:xfrm rot="18900000">
              <a:off x="5670110" y="5781003"/>
              <a:ext cx="456257" cy="475137"/>
            </a:xfrm>
            <a:prstGeom prst="teardrop">
              <a:avLst>
                <a:gd name="adj" fmla="val 115000"/>
              </a:avLst>
            </a:prstGeom>
            <a:solidFill>
              <a:srgbClr val="00B050"/>
            </a:solidFill>
            <a:ln>
              <a:noFill/>
            </a:ln>
          </p:spPr>
          <p:style>
            <a:lnRef idx="2">
              <a:scrgbClr r="0" g="0" b="0"/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it-IT">
                <a:solidFill>
                  <a:srgbClr val="00B050"/>
                </a:solidFill>
              </a:endParaRPr>
            </a:p>
          </p:txBody>
        </p:sp>
        <p:sp>
          <p:nvSpPr>
            <p:cNvPr id="12" name="Ovale 11">
              <a:extLst>
                <a:ext uri="{FF2B5EF4-FFF2-40B4-BE49-F238E27FC236}">
                  <a16:creationId xmlns:a16="http://schemas.microsoft.com/office/drawing/2014/main" id="{7AE99322-FE63-16E1-C677-5E41CCC02581}"/>
                </a:ext>
              </a:extLst>
            </p:cNvPr>
            <p:cNvSpPr/>
            <p:nvPr/>
          </p:nvSpPr>
          <p:spPr>
            <a:xfrm>
              <a:off x="3151692" y="4407798"/>
              <a:ext cx="116144" cy="101814"/>
            </a:xfrm>
            <a:prstGeom prst="ellipse">
              <a:avLst/>
            </a:prstGeom>
            <a:solidFill>
              <a:schemeClr val="tx1"/>
            </a:solidFill>
            <a:ln w="6350" cap="flat" cmpd="sng" algn="ctr">
              <a:noFill/>
              <a:prstDash val="solid"/>
              <a:miter lim="800000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>
                <a:solidFill>
                  <a:srgbClr val="00B050"/>
                </a:solidFill>
              </a:endParaRPr>
            </a:p>
          </p:txBody>
        </p:sp>
        <p:sp>
          <p:nvSpPr>
            <p:cNvPr id="13" name="Connettore diritto 12">
              <a:extLst>
                <a:ext uri="{FF2B5EF4-FFF2-40B4-BE49-F238E27FC236}">
                  <a16:creationId xmlns:a16="http://schemas.microsoft.com/office/drawing/2014/main" id="{73203230-5DEB-D191-1DC2-C987E25520B2}"/>
                </a:ext>
              </a:extLst>
            </p:cNvPr>
            <p:cNvSpPr/>
            <p:nvPr/>
          </p:nvSpPr>
          <p:spPr>
            <a:xfrm>
              <a:off x="3210016" y="4509612"/>
              <a:ext cx="629" cy="1455613"/>
            </a:xfrm>
            <a:prstGeom prst="line">
              <a:avLst/>
            </a:prstGeom>
            <a:noFill/>
            <a:ln w="3175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</a:ln>
            <a:effectLst/>
          </p:spPr>
          <p:style>
            <a:lnRef idx="1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it-IT">
                <a:solidFill>
                  <a:srgbClr val="00B050"/>
                </a:solidFill>
              </a:endParaRPr>
            </a:p>
          </p:txBody>
        </p:sp>
        <p:sp>
          <p:nvSpPr>
            <p:cNvPr id="14" name="Ovale 13">
              <a:extLst>
                <a:ext uri="{FF2B5EF4-FFF2-40B4-BE49-F238E27FC236}">
                  <a16:creationId xmlns:a16="http://schemas.microsoft.com/office/drawing/2014/main" id="{4FC59A7F-DD03-0FD2-6A35-978627F4A09A}"/>
                </a:ext>
              </a:extLst>
            </p:cNvPr>
            <p:cNvSpPr/>
            <p:nvPr/>
          </p:nvSpPr>
          <p:spPr>
            <a:xfrm>
              <a:off x="2470097" y="4407798"/>
              <a:ext cx="116144" cy="101814"/>
            </a:xfrm>
            <a:prstGeom prst="ellipse">
              <a:avLst/>
            </a:prstGeom>
            <a:solidFill>
              <a:schemeClr val="tx1"/>
            </a:solidFill>
            <a:ln w="6350" cap="flat" cmpd="sng" algn="ctr">
              <a:noFill/>
              <a:prstDash val="solid"/>
              <a:miter lim="800000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>
                <a:solidFill>
                  <a:srgbClr val="00B050"/>
                </a:solidFill>
              </a:endParaRPr>
            </a:p>
          </p:txBody>
        </p:sp>
        <p:sp>
          <p:nvSpPr>
            <p:cNvPr id="19" name="Ovale 18">
              <a:extLst>
                <a:ext uri="{FF2B5EF4-FFF2-40B4-BE49-F238E27FC236}">
                  <a16:creationId xmlns:a16="http://schemas.microsoft.com/office/drawing/2014/main" id="{75A568D2-6222-4013-4D5A-54129DC1D5A7}"/>
                </a:ext>
              </a:extLst>
            </p:cNvPr>
            <p:cNvSpPr/>
            <p:nvPr/>
          </p:nvSpPr>
          <p:spPr>
            <a:xfrm>
              <a:off x="3833287" y="4407798"/>
              <a:ext cx="116144" cy="101814"/>
            </a:xfrm>
            <a:prstGeom prst="ellipse">
              <a:avLst/>
            </a:prstGeom>
            <a:solidFill>
              <a:srgbClr val="00B050"/>
            </a:solidFill>
            <a:ln w="6350" cap="flat" cmpd="sng" algn="ctr">
              <a:noFill/>
              <a:prstDash val="solid"/>
              <a:miter lim="800000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>
                <a:solidFill>
                  <a:srgbClr val="00B050"/>
                </a:solidFill>
              </a:endParaRPr>
            </a:p>
          </p:txBody>
        </p:sp>
        <p:sp>
          <p:nvSpPr>
            <p:cNvPr id="20" name="Ovale 19">
              <a:extLst>
                <a:ext uri="{FF2B5EF4-FFF2-40B4-BE49-F238E27FC236}">
                  <a16:creationId xmlns:a16="http://schemas.microsoft.com/office/drawing/2014/main" id="{F6A61F90-A36E-7274-CA9A-03BD7F0B6711}"/>
                </a:ext>
              </a:extLst>
            </p:cNvPr>
            <p:cNvSpPr/>
            <p:nvPr/>
          </p:nvSpPr>
          <p:spPr>
            <a:xfrm>
              <a:off x="4522662" y="4407798"/>
              <a:ext cx="116144" cy="101814"/>
            </a:xfrm>
            <a:prstGeom prst="ellipse">
              <a:avLst/>
            </a:prstGeom>
            <a:solidFill>
              <a:srgbClr val="FFC000"/>
            </a:solidFill>
            <a:ln w="6350" cap="flat" cmpd="sng" algn="ctr">
              <a:noFill/>
              <a:prstDash val="solid"/>
              <a:miter lim="800000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>
                <a:solidFill>
                  <a:srgbClr val="00B050"/>
                </a:solidFill>
              </a:endParaRPr>
            </a:p>
          </p:txBody>
        </p:sp>
        <p:sp>
          <p:nvSpPr>
            <p:cNvPr id="21" name="Ovale 20">
              <a:extLst>
                <a:ext uri="{FF2B5EF4-FFF2-40B4-BE49-F238E27FC236}">
                  <a16:creationId xmlns:a16="http://schemas.microsoft.com/office/drawing/2014/main" id="{2E22024B-1D3E-ACD7-AFFA-7040E7028F36}"/>
                </a:ext>
              </a:extLst>
            </p:cNvPr>
            <p:cNvSpPr/>
            <p:nvPr/>
          </p:nvSpPr>
          <p:spPr>
            <a:xfrm>
              <a:off x="4526237" y="4406537"/>
              <a:ext cx="116144" cy="101814"/>
            </a:xfrm>
            <a:prstGeom prst="ellipse">
              <a:avLst/>
            </a:prstGeom>
            <a:solidFill>
              <a:srgbClr val="00B050"/>
            </a:solidFill>
            <a:ln w="6350" cap="flat" cmpd="sng" algn="ctr">
              <a:noFill/>
              <a:prstDash val="solid"/>
              <a:miter lim="800000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/>
            <a:lstStyle/>
            <a:p>
              <a:r>
                <a:rPr lang="it-IT">
                  <a:solidFill>
                    <a:srgbClr val="00B050"/>
                  </a:solidFill>
                </a:rPr>
                <a:t> </a:t>
              </a:r>
            </a:p>
          </p:txBody>
        </p:sp>
        <p:sp>
          <p:nvSpPr>
            <p:cNvPr id="22" name="Ovale 21">
              <a:extLst>
                <a:ext uri="{FF2B5EF4-FFF2-40B4-BE49-F238E27FC236}">
                  <a16:creationId xmlns:a16="http://schemas.microsoft.com/office/drawing/2014/main" id="{60A7B41E-2413-535C-E322-5E6ECA010D9C}"/>
                </a:ext>
              </a:extLst>
            </p:cNvPr>
            <p:cNvSpPr/>
            <p:nvPr/>
          </p:nvSpPr>
          <p:spPr>
            <a:xfrm>
              <a:off x="5103043" y="4402217"/>
              <a:ext cx="116144" cy="101814"/>
            </a:xfrm>
            <a:prstGeom prst="ellipse">
              <a:avLst/>
            </a:prstGeom>
            <a:solidFill>
              <a:srgbClr val="00B050"/>
            </a:solidFill>
            <a:ln w="6350" cap="flat" cmpd="sng" algn="ctr">
              <a:noFill/>
              <a:prstDash val="solid"/>
              <a:miter lim="800000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>
                <a:solidFill>
                  <a:srgbClr val="00B050"/>
                </a:solidFill>
              </a:endParaRPr>
            </a:p>
          </p:txBody>
        </p:sp>
        <p:sp>
          <p:nvSpPr>
            <p:cNvPr id="23" name="Ovale 22">
              <a:extLst>
                <a:ext uri="{FF2B5EF4-FFF2-40B4-BE49-F238E27FC236}">
                  <a16:creationId xmlns:a16="http://schemas.microsoft.com/office/drawing/2014/main" id="{D23BD4F0-621F-7197-E449-C39AB6EBBD20}"/>
                </a:ext>
              </a:extLst>
            </p:cNvPr>
            <p:cNvSpPr/>
            <p:nvPr/>
          </p:nvSpPr>
          <p:spPr>
            <a:xfrm>
              <a:off x="7264602" y="4406537"/>
              <a:ext cx="116144" cy="101814"/>
            </a:xfrm>
            <a:prstGeom prst="ellipse">
              <a:avLst/>
            </a:prstGeom>
            <a:solidFill>
              <a:srgbClr val="00B050"/>
            </a:solidFill>
            <a:ln w="6350" cap="flat" cmpd="sng" algn="ctr">
              <a:noFill/>
              <a:prstDash val="solid"/>
              <a:miter lim="800000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>
                <a:solidFill>
                  <a:srgbClr val="00B050"/>
                </a:solidFill>
              </a:endParaRPr>
            </a:p>
          </p:txBody>
        </p:sp>
        <p:sp>
          <p:nvSpPr>
            <p:cNvPr id="24" name="Ovale 23">
              <a:extLst>
                <a:ext uri="{FF2B5EF4-FFF2-40B4-BE49-F238E27FC236}">
                  <a16:creationId xmlns:a16="http://schemas.microsoft.com/office/drawing/2014/main" id="{7D99F7EC-92DF-B9B0-DBA6-75A1B5865612}"/>
                </a:ext>
              </a:extLst>
            </p:cNvPr>
            <p:cNvSpPr/>
            <p:nvPr/>
          </p:nvSpPr>
          <p:spPr>
            <a:xfrm>
              <a:off x="7953977" y="4406537"/>
              <a:ext cx="116144" cy="101814"/>
            </a:xfrm>
            <a:prstGeom prst="ellipse">
              <a:avLst/>
            </a:prstGeom>
            <a:solidFill>
              <a:srgbClr val="00B050"/>
            </a:solidFill>
            <a:ln w="6350" cap="flat" cmpd="sng" algn="ctr">
              <a:noFill/>
              <a:prstDash val="solid"/>
              <a:miter lim="800000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>
                <a:solidFill>
                  <a:srgbClr val="00B050"/>
                </a:solidFill>
              </a:endParaRPr>
            </a:p>
          </p:txBody>
        </p:sp>
        <p:sp>
          <p:nvSpPr>
            <p:cNvPr id="25" name="Ovale 24">
              <a:extLst>
                <a:ext uri="{FF2B5EF4-FFF2-40B4-BE49-F238E27FC236}">
                  <a16:creationId xmlns:a16="http://schemas.microsoft.com/office/drawing/2014/main" id="{EE65BF65-AA42-324D-BDDA-485D5D2A49B2}"/>
                </a:ext>
              </a:extLst>
            </p:cNvPr>
            <p:cNvSpPr/>
            <p:nvPr/>
          </p:nvSpPr>
          <p:spPr>
            <a:xfrm>
              <a:off x="9317167" y="4406537"/>
              <a:ext cx="116144" cy="101814"/>
            </a:xfrm>
            <a:prstGeom prst="ellipse">
              <a:avLst/>
            </a:prstGeom>
            <a:solidFill>
              <a:srgbClr val="00B050"/>
            </a:solidFill>
            <a:ln w="6350" cap="flat" cmpd="sng" algn="ctr">
              <a:noFill/>
              <a:prstDash val="solid"/>
              <a:miter lim="800000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>
                <a:solidFill>
                  <a:srgbClr val="00B050"/>
                </a:solidFill>
              </a:endParaRPr>
            </a:p>
          </p:txBody>
        </p:sp>
        <p:sp>
          <p:nvSpPr>
            <p:cNvPr id="26" name="Ovale 25">
              <a:extLst>
                <a:ext uri="{FF2B5EF4-FFF2-40B4-BE49-F238E27FC236}">
                  <a16:creationId xmlns:a16="http://schemas.microsoft.com/office/drawing/2014/main" id="{FF7460F2-AAEF-DF1D-3513-EB1FC1B51BB3}"/>
                </a:ext>
              </a:extLst>
            </p:cNvPr>
            <p:cNvSpPr/>
            <p:nvPr/>
          </p:nvSpPr>
          <p:spPr>
            <a:xfrm>
              <a:off x="10006542" y="4406537"/>
              <a:ext cx="116144" cy="101814"/>
            </a:xfrm>
            <a:prstGeom prst="ellipse">
              <a:avLst/>
            </a:prstGeom>
            <a:solidFill>
              <a:srgbClr val="00B050"/>
            </a:solidFill>
            <a:ln w="6350" cap="flat" cmpd="sng" algn="ctr">
              <a:noFill/>
              <a:prstDash val="solid"/>
              <a:miter lim="800000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>
                <a:solidFill>
                  <a:srgbClr val="00B050"/>
                </a:solidFill>
              </a:endParaRPr>
            </a:p>
          </p:txBody>
        </p:sp>
        <p:sp>
          <p:nvSpPr>
            <p:cNvPr id="27" name="Ovale 26">
              <a:extLst>
                <a:ext uri="{FF2B5EF4-FFF2-40B4-BE49-F238E27FC236}">
                  <a16:creationId xmlns:a16="http://schemas.microsoft.com/office/drawing/2014/main" id="{62A8B6FE-B25B-7D7D-2901-4056356AECA0}"/>
                </a:ext>
              </a:extLst>
            </p:cNvPr>
            <p:cNvSpPr/>
            <p:nvPr/>
          </p:nvSpPr>
          <p:spPr>
            <a:xfrm>
              <a:off x="11383686" y="4406537"/>
              <a:ext cx="116144" cy="101814"/>
            </a:xfrm>
            <a:prstGeom prst="ellipse">
              <a:avLst/>
            </a:prstGeom>
            <a:solidFill>
              <a:schemeClr val="tx1"/>
            </a:solidFill>
            <a:ln w="6350" cap="flat" cmpd="sng" algn="ctr">
              <a:noFill/>
              <a:prstDash val="solid"/>
              <a:miter lim="800000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>
                <a:solidFill>
                  <a:srgbClr val="00B050"/>
                </a:solidFill>
              </a:endParaRPr>
            </a:p>
          </p:txBody>
        </p:sp>
        <p:sp>
          <p:nvSpPr>
            <p:cNvPr id="28" name="Ovale 27">
              <a:extLst>
                <a:ext uri="{FF2B5EF4-FFF2-40B4-BE49-F238E27FC236}">
                  <a16:creationId xmlns:a16="http://schemas.microsoft.com/office/drawing/2014/main" id="{45D3ECA5-1075-FFA7-65D6-C6F2CF9D0E3D}"/>
                </a:ext>
              </a:extLst>
            </p:cNvPr>
            <p:cNvSpPr/>
            <p:nvPr/>
          </p:nvSpPr>
          <p:spPr>
            <a:xfrm>
              <a:off x="10702091" y="4406537"/>
              <a:ext cx="116144" cy="101814"/>
            </a:xfrm>
            <a:prstGeom prst="ellipse">
              <a:avLst/>
            </a:prstGeom>
            <a:solidFill>
              <a:schemeClr val="tx1"/>
            </a:solidFill>
            <a:ln w="6350" cap="flat" cmpd="sng" algn="ctr">
              <a:noFill/>
              <a:prstDash val="solid"/>
              <a:miter lim="800000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>
                <a:solidFill>
                  <a:srgbClr val="00B050"/>
                </a:solidFill>
              </a:endParaRPr>
            </a:p>
          </p:txBody>
        </p:sp>
        <p:sp>
          <p:nvSpPr>
            <p:cNvPr id="29" name="Ovale 28">
              <a:extLst>
                <a:ext uri="{FF2B5EF4-FFF2-40B4-BE49-F238E27FC236}">
                  <a16:creationId xmlns:a16="http://schemas.microsoft.com/office/drawing/2014/main" id="{17118732-96EA-0AE6-9ABC-E1E1AA454744}"/>
                </a:ext>
              </a:extLst>
            </p:cNvPr>
            <p:cNvSpPr/>
            <p:nvPr/>
          </p:nvSpPr>
          <p:spPr>
            <a:xfrm>
              <a:off x="12065281" y="4406537"/>
              <a:ext cx="116144" cy="101814"/>
            </a:xfrm>
            <a:prstGeom prst="ellipse">
              <a:avLst/>
            </a:prstGeom>
            <a:solidFill>
              <a:schemeClr val="tx1"/>
            </a:solidFill>
            <a:ln w="6350" cap="flat" cmpd="sng" algn="ctr">
              <a:noFill/>
              <a:prstDash val="solid"/>
              <a:miter lim="800000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>
                <a:solidFill>
                  <a:srgbClr val="00B050"/>
                </a:solidFill>
              </a:endParaRPr>
            </a:p>
          </p:txBody>
        </p:sp>
        <p:cxnSp>
          <p:nvCxnSpPr>
            <p:cNvPr id="31" name="Connettore diritto 30">
              <a:extLst>
                <a:ext uri="{FF2B5EF4-FFF2-40B4-BE49-F238E27FC236}">
                  <a16:creationId xmlns:a16="http://schemas.microsoft.com/office/drawing/2014/main" id="{720FA558-B600-5EF9-D624-0B68FCA2B0F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85997" y="4463370"/>
              <a:ext cx="7493" cy="117838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Figura a mano libera: forma 33">
              <a:extLst>
                <a:ext uri="{FF2B5EF4-FFF2-40B4-BE49-F238E27FC236}">
                  <a16:creationId xmlns:a16="http://schemas.microsoft.com/office/drawing/2014/main" id="{9EE84B19-80F4-297C-4334-0A9C6B0A89BE}"/>
                </a:ext>
              </a:extLst>
            </p:cNvPr>
            <p:cNvSpPr/>
            <p:nvPr/>
          </p:nvSpPr>
          <p:spPr>
            <a:xfrm>
              <a:off x="5312459" y="3278155"/>
              <a:ext cx="1113641" cy="561618"/>
            </a:xfrm>
            <a:custGeom>
              <a:avLst/>
              <a:gdLst>
                <a:gd name="connsiteX0" fmla="*/ 0 w 3035230"/>
                <a:gd name="connsiteY0" fmla="*/ 0 h 1714195"/>
                <a:gd name="connsiteX1" fmla="*/ 3035230 w 3035230"/>
                <a:gd name="connsiteY1" fmla="*/ 0 h 1714195"/>
                <a:gd name="connsiteX2" fmla="*/ 3035230 w 3035230"/>
                <a:gd name="connsiteY2" fmla="*/ 1714195 h 1714195"/>
                <a:gd name="connsiteX3" fmla="*/ 0 w 3035230"/>
                <a:gd name="connsiteY3" fmla="*/ 1714195 h 1714195"/>
                <a:gd name="connsiteX4" fmla="*/ 0 w 3035230"/>
                <a:gd name="connsiteY4" fmla="*/ 0 h 1714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35230" h="1714195">
                  <a:moveTo>
                    <a:pt x="0" y="0"/>
                  </a:moveTo>
                  <a:lnTo>
                    <a:pt x="3035230" y="0"/>
                  </a:lnTo>
                  <a:lnTo>
                    <a:pt x="3035230" y="1714195"/>
                  </a:lnTo>
                  <a:lnTo>
                    <a:pt x="0" y="1714195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95250" rIns="95250" bIns="142875" numCol="1" spcCol="1270" rtlCol="0" anchor="t" anchorCtr="0">
              <a:noAutofit/>
            </a:bodyPr>
            <a:lstStyle/>
            <a:p>
              <a:pPr marL="0" lvl="0" indent="0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it-IT" sz="1000" dirty="0" err="1">
                  <a:solidFill>
                    <a:srgbClr val="00B050"/>
                  </a:solidFill>
                  <a:latin typeface="Libre Franklin" panose="00000500000000000000" pitchFamily="2" charset="0"/>
                </a:rPr>
                <a:t>Internal</a:t>
              </a:r>
              <a:r>
                <a:rPr lang="it-IT" sz="1000" dirty="0">
                  <a:solidFill>
                    <a:srgbClr val="00B050"/>
                  </a:solidFill>
                  <a:latin typeface="Libre Franklin" panose="00000500000000000000" pitchFamily="2" charset="0"/>
                </a:rPr>
                <a:t> </a:t>
              </a:r>
            </a:p>
            <a:p>
              <a:pPr marL="0" lvl="0" indent="0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it-IT" sz="1000" kern="1200" noProof="0" dirty="0">
                  <a:solidFill>
                    <a:srgbClr val="00B050"/>
                  </a:solidFill>
                  <a:latin typeface="Libre Franklin" panose="00000500000000000000" pitchFamily="2" charset="0"/>
                </a:rPr>
                <a:t>Dataset</a:t>
              </a:r>
            </a:p>
            <a:p>
              <a:pPr marL="0" lvl="0" indent="0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it-IT" sz="1000" dirty="0" err="1">
                  <a:solidFill>
                    <a:srgbClr val="00B050"/>
                  </a:solidFill>
                  <a:latin typeface="Libre Franklin" panose="00000500000000000000" pitchFamily="2" charset="0"/>
                </a:rPr>
                <a:t>validation</a:t>
              </a:r>
              <a:endParaRPr lang="it-IT" sz="1000" kern="1200" noProof="0" dirty="0">
                <a:solidFill>
                  <a:srgbClr val="00B050"/>
                </a:solidFill>
                <a:latin typeface="Libre Franklin" panose="00000500000000000000" pitchFamily="2" charset="0"/>
              </a:endParaRPr>
            </a:p>
          </p:txBody>
        </p:sp>
        <p:cxnSp>
          <p:nvCxnSpPr>
            <p:cNvPr id="35" name="Connettore diritto 34">
              <a:extLst>
                <a:ext uri="{FF2B5EF4-FFF2-40B4-BE49-F238E27FC236}">
                  <a16:creationId xmlns:a16="http://schemas.microsoft.com/office/drawing/2014/main" id="{CC430CDB-A4AD-6AA5-3BEA-01233AB077DC}"/>
                </a:ext>
              </a:extLst>
            </p:cNvPr>
            <p:cNvCxnSpPr>
              <a:cxnSpLocks/>
              <a:stCxn id="64" idx="7"/>
            </p:cNvCxnSpPr>
            <p:nvPr/>
          </p:nvCxnSpPr>
          <p:spPr>
            <a:xfrm>
              <a:off x="5155603" y="3325962"/>
              <a:ext cx="206" cy="108057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Ovale 35">
              <a:extLst>
                <a:ext uri="{FF2B5EF4-FFF2-40B4-BE49-F238E27FC236}">
                  <a16:creationId xmlns:a16="http://schemas.microsoft.com/office/drawing/2014/main" id="{B488EB20-FF32-28F7-CB6C-5DB021066C7B}"/>
                </a:ext>
              </a:extLst>
            </p:cNvPr>
            <p:cNvSpPr/>
            <p:nvPr/>
          </p:nvSpPr>
          <p:spPr>
            <a:xfrm>
              <a:off x="5106204" y="3375895"/>
              <a:ext cx="116144" cy="101814"/>
            </a:xfrm>
            <a:prstGeom prst="ellipse">
              <a:avLst/>
            </a:prstGeom>
            <a:solidFill>
              <a:srgbClr val="00B050"/>
            </a:solidFill>
            <a:ln w="6350" cap="flat" cmpd="sng" algn="ctr">
              <a:noFill/>
              <a:prstDash val="solid"/>
              <a:miter lim="800000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/>
            <a:lstStyle/>
            <a:p>
              <a:r>
                <a:rPr lang="it-IT">
                  <a:solidFill>
                    <a:srgbClr val="00B050"/>
                  </a:solidFill>
                </a:rPr>
                <a:t> </a:t>
              </a:r>
            </a:p>
          </p:txBody>
        </p:sp>
        <p:sp>
          <p:nvSpPr>
            <p:cNvPr id="37" name="Figura a mano libera: forma 36">
              <a:extLst>
                <a:ext uri="{FF2B5EF4-FFF2-40B4-BE49-F238E27FC236}">
                  <a16:creationId xmlns:a16="http://schemas.microsoft.com/office/drawing/2014/main" id="{95F591A1-CE92-7286-D324-19DE8F6A4DD0}"/>
                </a:ext>
              </a:extLst>
            </p:cNvPr>
            <p:cNvSpPr/>
            <p:nvPr/>
          </p:nvSpPr>
          <p:spPr>
            <a:xfrm>
              <a:off x="5088888" y="2714682"/>
              <a:ext cx="1584847" cy="565632"/>
            </a:xfrm>
            <a:custGeom>
              <a:avLst/>
              <a:gdLst>
                <a:gd name="connsiteX0" fmla="*/ 0 w 3035230"/>
                <a:gd name="connsiteY0" fmla="*/ 0 h 602284"/>
                <a:gd name="connsiteX1" fmla="*/ 3035230 w 3035230"/>
                <a:gd name="connsiteY1" fmla="*/ 0 h 602284"/>
                <a:gd name="connsiteX2" fmla="*/ 3035230 w 3035230"/>
                <a:gd name="connsiteY2" fmla="*/ 602284 h 602284"/>
                <a:gd name="connsiteX3" fmla="*/ 0 w 3035230"/>
                <a:gd name="connsiteY3" fmla="*/ 602284 h 602284"/>
                <a:gd name="connsiteX4" fmla="*/ 0 w 3035230"/>
                <a:gd name="connsiteY4" fmla="*/ 0 h 602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35230" h="602284">
                  <a:moveTo>
                    <a:pt x="0" y="0"/>
                  </a:moveTo>
                  <a:lnTo>
                    <a:pt x="3035230" y="0"/>
                  </a:lnTo>
                  <a:lnTo>
                    <a:pt x="3035230" y="602284"/>
                  </a:lnTo>
                  <a:lnTo>
                    <a:pt x="0" y="602284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127000" bIns="0" numCol="1" spcCol="1270" rtlCol="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  <a:defRPr b="1"/>
              </a:pPr>
              <a:r>
                <a:rPr lang="it-IT" sz="2000" dirty="0" err="1">
                  <a:solidFill>
                    <a:srgbClr val="00B050"/>
                  </a:solidFill>
                  <a:latin typeface="Libre Franklin" panose="00000500000000000000" pitchFamily="2" charset="0"/>
                </a:rPr>
                <a:t>May</a:t>
              </a:r>
              <a:endParaRPr lang="it-IT" sz="2000" dirty="0">
                <a:solidFill>
                  <a:srgbClr val="00B050"/>
                </a:solidFill>
                <a:latin typeface="Libre Franklin" panose="00000500000000000000" pitchFamily="2" charset="0"/>
              </a:endParaRPr>
            </a:p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  <a:defRPr b="1"/>
              </a:pPr>
              <a:r>
                <a:rPr lang="it-IT" sz="2000" dirty="0">
                  <a:solidFill>
                    <a:srgbClr val="00B050"/>
                  </a:solidFill>
                  <a:latin typeface="Libre Franklin" panose="00000500000000000000" pitchFamily="2" charset="0"/>
                </a:rPr>
                <a:t>2026</a:t>
              </a:r>
              <a:endParaRPr lang="it-IT" sz="2000" b="0" kern="1200" noProof="0" dirty="0">
                <a:solidFill>
                  <a:srgbClr val="00B050"/>
                </a:solidFill>
                <a:latin typeface="Libre Franklin" panose="00000500000000000000" pitchFamily="2" charset="0"/>
              </a:endParaRPr>
            </a:p>
          </p:txBody>
        </p:sp>
        <p:grpSp>
          <p:nvGrpSpPr>
            <p:cNvPr id="38" name="Gruppo 37">
              <a:extLst>
                <a:ext uri="{FF2B5EF4-FFF2-40B4-BE49-F238E27FC236}">
                  <a16:creationId xmlns:a16="http://schemas.microsoft.com/office/drawing/2014/main" id="{CE4B3634-EA20-8EC8-9D10-F12FC548E11C}"/>
                </a:ext>
              </a:extLst>
            </p:cNvPr>
            <p:cNvGrpSpPr/>
            <p:nvPr/>
          </p:nvGrpSpPr>
          <p:grpSpPr>
            <a:xfrm>
              <a:off x="4931963" y="2736825"/>
              <a:ext cx="456257" cy="445219"/>
              <a:chOff x="4350217" y="2736825"/>
              <a:chExt cx="456257" cy="445219"/>
            </a:xfrm>
          </p:grpSpPr>
          <p:sp>
            <p:nvSpPr>
              <p:cNvPr id="64" name="Goccia 63">
                <a:extLst>
                  <a:ext uri="{FF2B5EF4-FFF2-40B4-BE49-F238E27FC236}">
                    <a16:creationId xmlns:a16="http://schemas.microsoft.com/office/drawing/2014/main" id="{5FC67D57-977D-14CA-BA83-6CA8E72F03E2}"/>
                  </a:ext>
                </a:extLst>
              </p:cNvPr>
              <p:cNvSpPr/>
              <p:nvPr/>
            </p:nvSpPr>
            <p:spPr>
              <a:xfrm rot="8100000">
                <a:off x="4350217" y="2736825"/>
                <a:ext cx="456257" cy="445219"/>
              </a:xfrm>
              <a:prstGeom prst="teardrop">
                <a:avLst>
                  <a:gd name="adj" fmla="val 115000"/>
                </a:avLst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rgbClr r="0" g="0" b="0"/>
              </a:lnRef>
              <a:fillRef idx="1">
                <a:scrgbClr r="0" g="0" b="0"/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it-IT">
                  <a:solidFill>
                    <a:srgbClr val="00B050"/>
                  </a:solidFill>
                </a:endParaRPr>
              </a:p>
            </p:txBody>
          </p:sp>
          <p:sp>
            <p:nvSpPr>
              <p:cNvPr id="65" name="Cerchio vuoto 64">
                <a:extLst>
                  <a:ext uri="{FF2B5EF4-FFF2-40B4-BE49-F238E27FC236}">
                    <a16:creationId xmlns:a16="http://schemas.microsoft.com/office/drawing/2014/main" id="{0F8F84FE-DE79-F833-D5FF-142C81C72F04}"/>
                  </a:ext>
                </a:extLst>
              </p:cNvPr>
              <p:cNvSpPr/>
              <p:nvPr/>
            </p:nvSpPr>
            <p:spPr>
              <a:xfrm>
                <a:off x="4405087" y="2792393"/>
                <a:ext cx="354885" cy="359482"/>
              </a:xfrm>
              <a:prstGeom prst="donut">
                <a:avLst/>
              </a:prstGeom>
              <a:solidFill>
                <a:schemeClr val="lt1">
                  <a:hueOff val="0"/>
                  <a:satOff val="0"/>
                  <a:lumOff val="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rgbClr r="0" g="0" b="0"/>
              </a:lnRef>
              <a:fillRef idx="1">
                <a:scrgbClr r="0" g="0" b="0"/>
              </a:fillRef>
              <a:effectRef idx="0">
                <a:scrgbClr r="0" g="0" b="0"/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it-IT">
                  <a:solidFill>
                    <a:srgbClr val="00B050"/>
                  </a:solidFill>
                </a:endParaRPr>
              </a:p>
            </p:txBody>
          </p:sp>
        </p:grpSp>
        <p:sp>
          <p:nvSpPr>
            <p:cNvPr id="39" name="Cerchio vuoto 38">
              <a:extLst>
                <a:ext uri="{FF2B5EF4-FFF2-40B4-BE49-F238E27FC236}">
                  <a16:creationId xmlns:a16="http://schemas.microsoft.com/office/drawing/2014/main" id="{E166D874-F63A-0187-113B-4AE70FD7141F}"/>
                </a:ext>
              </a:extLst>
            </p:cNvPr>
            <p:cNvSpPr/>
            <p:nvPr/>
          </p:nvSpPr>
          <p:spPr>
            <a:xfrm>
              <a:off x="5720795" y="5826994"/>
              <a:ext cx="354885" cy="359482"/>
            </a:xfrm>
            <a:prstGeom prst="donut">
              <a:avLst/>
            </a:prstGeom>
            <a:solidFill>
              <a:schemeClr val="lt1">
                <a:hueOff val="0"/>
                <a:satOff val="0"/>
                <a:lumOff val="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it-IT">
                <a:solidFill>
                  <a:srgbClr val="00B050"/>
                </a:solidFill>
              </a:endParaRPr>
            </a:p>
          </p:txBody>
        </p:sp>
        <p:sp>
          <p:nvSpPr>
            <p:cNvPr id="40" name="Figura a mano libera: forma 39">
              <a:extLst>
                <a:ext uri="{FF2B5EF4-FFF2-40B4-BE49-F238E27FC236}">
                  <a16:creationId xmlns:a16="http://schemas.microsoft.com/office/drawing/2014/main" id="{270034CA-0826-ED7F-DB25-D76A5D0DDA9E}"/>
                </a:ext>
              </a:extLst>
            </p:cNvPr>
            <p:cNvSpPr/>
            <p:nvPr/>
          </p:nvSpPr>
          <p:spPr>
            <a:xfrm>
              <a:off x="6324064" y="4619676"/>
              <a:ext cx="1097366" cy="527557"/>
            </a:xfrm>
            <a:custGeom>
              <a:avLst/>
              <a:gdLst>
                <a:gd name="connsiteX0" fmla="*/ 0 w 3035230"/>
                <a:gd name="connsiteY0" fmla="*/ 0 h 1714195"/>
                <a:gd name="connsiteX1" fmla="*/ 3035230 w 3035230"/>
                <a:gd name="connsiteY1" fmla="*/ 0 h 1714195"/>
                <a:gd name="connsiteX2" fmla="*/ 3035230 w 3035230"/>
                <a:gd name="connsiteY2" fmla="*/ 1714195 h 1714195"/>
                <a:gd name="connsiteX3" fmla="*/ 0 w 3035230"/>
                <a:gd name="connsiteY3" fmla="*/ 1714195 h 1714195"/>
                <a:gd name="connsiteX4" fmla="*/ 0 w 3035230"/>
                <a:gd name="connsiteY4" fmla="*/ 0 h 1714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35230" h="1714195">
                  <a:moveTo>
                    <a:pt x="0" y="0"/>
                  </a:moveTo>
                  <a:lnTo>
                    <a:pt x="3035230" y="0"/>
                  </a:lnTo>
                  <a:lnTo>
                    <a:pt x="3035230" y="1714195"/>
                  </a:lnTo>
                  <a:lnTo>
                    <a:pt x="0" y="1714195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142875" rIns="0" bIns="95250" numCol="1" spcCol="1270" rtlCol="0" anchor="b" anchorCtr="0">
              <a:noAutofit/>
            </a:bodyPr>
            <a:lstStyle/>
            <a:p>
              <a:pPr marL="0" lvl="0" indent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it-IT" sz="1000" kern="1200" noProof="0" dirty="0">
                  <a:solidFill>
                    <a:srgbClr val="000000"/>
                  </a:solidFill>
                  <a:latin typeface="Libre Franklin"/>
                </a:rPr>
                <a:t>Start of product </a:t>
              </a:r>
              <a:endParaRPr lang="it-IT" dirty="0">
                <a:solidFill>
                  <a:srgbClr val="000000"/>
                </a:solidFill>
                <a:latin typeface="Libre Franklin"/>
              </a:endParaRPr>
            </a:p>
            <a:p>
              <a:pPr marL="0" lvl="0" indent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it-IT" sz="1000" kern="1200" noProof="0" dirty="0" err="1">
                  <a:solidFill>
                    <a:srgbClr val="000000"/>
                  </a:solidFill>
                  <a:latin typeface="Libre Franklin"/>
                </a:rPr>
                <a:t>validation</a:t>
              </a:r>
              <a:r>
                <a:rPr lang="it-IT" sz="1000" kern="1200" noProof="0" dirty="0">
                  <a:solidFill>
                    <a:srgbClr val="000000"/>
                  </a:solidFill>
                  <a:latin typeface="Libre Franklin"/>
                </a:rPr>
                <a:t> </a:t>
              </a:r>
              <a:r>
                <a:rPr lang="it-IT" sz="1000" kern="1200" noProof="0" dirty="0" err="1">
                  <a:solidFill>
                    <a:srgbClr val="000000"/>
                  </a:solidFill>
                  <a:latin typeface="Libre Franklin"/>
                </a:rPr>
                <a:t>period</a:t>
              </a:r>
              <a:endParaRPr lang="it-IT" sz="1000" kern="1200" noProof="0" dirty="0">
                <a:solidFill>
                  <a:srgbClr val="000000"/>
                </a:solidFill>
                <a:latin typeface="Libre Franklin"/>
              </a:endParaRPr>
            </a:p>
          </p:txBody>
        </p:sp>
        <p:sp>
          <p:nvSpPr>
            <p:cNvPr id="42" name="Goccia 41">
              <a:extLst>
                <a:ext uri="{FF2B5EF4-FFF2-40B4-BE49-F238E27FC236}">
                  <a16:creationId xmlns:a16="http://schemas.microsoft.com/office/drawing/2014/main" id="{CD9110CD-DD98-C3BA-5B08-90D5BB6188C4}"/>
                </a:ext>
              </a:extLst>
            </p:cNvPr>
            <p:cNvSpPr/>
            <p:nvPr/>
          </p:nvSpPr>
          <p:spPr>
            <a:xfrm rot="8100000">
              <a:off x="9832728" y="2695324"/>
              <a:ext cx="456257" cy="445219"/>
            </a:xfrm>
            <a:prstGeom prst="teardrop">
              <a:avLst>
                <a:gd name="adj" fmla="val 11500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it-IT">
                <a:solidFill>
                  <a:srgbClr val="00B050"/>
                </a:solidFill>
              </a:endParaRPr>
            </a:p>
          </p:txBody>
        </p:sp>
        <p:sp>
          <p:nvSpPr>
            <p:cNvPr id="43" name="Ovale 42">
              <a:extLst>
                <a:ext uri="{FF2B5EF4-FFF2-40B4-BE49-F238E27FC236}">
                  <a16:creationId xmlns:a16="http://schemas.microsoft.com/office/drawing/2014/main" id="{DBFAB7DE-0641-0FCE-6FA3-0FA5B66471CF}"/>
                </a:ext>
              </a:extLst>
            </p:cNvPr>
            <p:cNvSpPr/>
            <p:nvPr/>
          </p:nvSpPr>
          <p:spPr>
            <a:xfrm>
              <a:off x="8631129" y="4402217"/>
              <a:ext cx="116144" cy="101814"/>
            </a:xfrm>
            <a:prstGeom prst="ellipse">
              <a:avLst/>
            </a:prstGeom>
            <a:solidFill>
              <a:srgbClr val="00B050"/>
            </a:solidFill>
            <a:ln w="6350" cap="flat" cmpd="sng" algn="ctr">
              <a:noFill/>
              <a:prstDash val="solid"/>
              <a:miter lim="800000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>
                <a:solidFill>
                  <a:srgbClr val="00B050"/>
                </a:solidFill>
              </a:endParaRPr>
            </a:p>
          </p:txBody>
        </p:sp>
        <p:cxnSp>
          <p:nvCxnSpPr>
            <p:cNvPr id="45" name="Connettore diritto 44">
              <a:extLst>
                <a:ext uri="{FF2B5EF4-FFF2-40B4-BE49-F238E27FC236}">
                  <a16:creationId xmlns:a16="http://schemas.microsoft.com/office/drawing/2014/main" id="{8B5B9484-4B1E-5416-4D77-9090849CE77F}"/>
                </a:ext>
              </a:extLst>
            </p:cNvPr>
            <p:cNvCxnSpPr>
              <a:cxnSpLocks/>
              <a:stCxn id="42" idx="7"/>
            </p:cNvCxnSpPr>
            <p:nvPr/>
          </p:nvCxnSpPr>
          <p:spPr>
            <a:xfrm flipH="1">
              <a:off x="10046737" y="3284461"/>
              <a:ext cx="9631" cy="122389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Figura a mano libera: forma 45">
              <a:extLst>
                <a:ext uri="{FF2B5EF4-FFF2-40B4-BE49-F238E27FC236}">
                  <a16:creationId xmlns:a16="http://schemas.microsoft.com/office/drawing/2014/main" id="{E87F8D12-4656-3066-FF06-D1E97406CAD1}"/>
                </a:ext>
              </a:extLst>
            </p:cNvPr>
            <p:cNvSpPr/>
            <p:nvPr/>
          </p:nvSpPr>
          <p:spPr>
            <a:xfrm>
              <a:off x="10419772" y="2722608"/>
              <a:ext cx="2199270" cy="755101"/>
            </a:xfrm>
            <a:custGeom>
              <a:avLst/>
              <a:gdLst>
                <a:gd name="connsiteX0" fmla="*/ 0 w 3035230"/>
                <a:gd name="connsiteY0" fmla="*/ 0 h 602284"/>
                <a:gd name="connsiteX1" fmla="*/ 3035230 w 3035230"/>
                <a:gd name="connsiteY1" fmla="*/ 0 h 602284"/>
                <a:gd name="connsiteX2" fmla="*/ 3035230 w 3035230"/>
                <a:gd name="connsiteY2" fmla="*/ 602284 h 602284"/>
                <a:gd name="connsiteX3" fmla="*/ 0 w 3035230"/>
                <a:gd name="connsiteY3" fmla="*/ 602284 h 602284"/>
                <a:gd name="connsiteX4" fmla="*/ 0 w 3035230"/>
                <a:gd name="connsiteY4" fmla="*/ 0 h 602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35230" h="602284">
                  <a:moveTo>
                    <a:pt x="0" y="0"/>
                  </a:moveTo>
                  <a:lnTo>
                    <a:pt x="3035230" y="0"/>
                  </a:lnTo>
                  <a:lnTo>
                    <a:pt x="3035230" y="602284"/>
                  </a:lnTo>
                  <a:lnTo>
                    <a:pt x="0" y="602284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127000" bIns="0" numCol="1" spcCol="1270" rtlCol="0" anchor="ctr" anchorCtr="0">
              <a:noAutofit/>
            </a:bodyPr>
            <a:lstStyle/>
            <a:p>
              <a:pPr marL="0" lvl="0" indent="0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  <a:defRPr b="1"/>
              </a:pPr>
              <a:r>
                <a:rPr lang="it-IT" sz="2000" dirty="0" err="1">
                  <a:solidFill>
                    <a:srgbClr val="000000"/>
                  </a:solidFill>
                  <a:latin typeface="Libre Franklin" panose="00000500000000000000" pitchFamily="2" charset="0"/>
                </a:rPr>
                <a:t>January</a:t>
              </a:r>
              <a:r>
                <a:rPr lang="it-IT" sz="2000" dirty="0">
                  <a:solidFill>
                    <a:srgbClr val="000000"/>
                  </a:solidFill>
                  <a:latin typeface="Libre Franklin" panose="00000500000000000000" pitchFamily="2" charset="0"/>
                </a:rPr>
                <a:t> 2027</a:t>
              </a:r>
            </a:p>
            <a:p>
              <a:pPr marL="0" lvl="0" indent="0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  <a:defRPr b="1"/>
              </a:pPr>
              <a:r>
                <a:rPr lang="it-IT" sz="2000" b="1" kern="1200" noProof="0" dirty="0">
                  <a:solidFill>
                    <a:srgbClr val="000000"/>
                  </a:solidFill>
                  <a:latin typeface="Libre Franklin" panose="00000500000000000000" pitchFamily="2" charset="0"/>
                </a:rPr>
                <a:t>Ready to </a:t>
              </a:r>
            </a:p>
            <a:p>
              <a:pPr marL="0" lvl="0" indent="0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  <a:defRPr b="1"/>
              </a:pPr>
              <a:r>
                <a:rPr lang="it-IT" sz="2000" b="1" kern="1200" noProof="0" dirty="0">
                  <a:solidFill>
                    <a:srgbClr val="000000"/>
                  </a:solidFill>
                  <a:latin typeface="Libre Franklin" panose="00000500000000000000" pitchFamily="2" charset="0"/>
                </a:rPr>
                <a:t>market</a:t>
              </a:r>
            </a:p>
          </p:txBody>
        </p:sp>
        <p:sp>
          <p:nvSpPr>
            <p:cNvPr id="47" name="Ovale 46">
              <a:extLst>
                <a:ext uri="{FF2B5EF4-FFF2-40B4-BE49-F238E27FC236}">
                  <a16:creationId xmlns:a16="http://schemas.microsoft.com/office/drawing/2014/main" id="{75F6C7C9-0FE2-C360-3BA7-75988E4B561C}"/>
                </a:ext>
              </a:extLst>
            </p:cNvPr>
            <p:cNvSpPr/>
            <p:nvPr/>
          </p:nvSpPr>
          <p:spPr>
            <a:xfrm>
              <a:off x="9912129" y="2774857"/>
              <a:ext cx="297453" cy="27514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rgbClr val="00B050"/>
                </a:solidFill>
              </a:endParaRPr>
            </a:p>
          </p:txBody>
        </p:sp>
        <p:sp>
          <p:nvSpPr>
            <p:cNvPr id="48" name="Ovale 47">
              <a:extLst>
                <a:ext uri="{FF2B5EF4-FFF2-40B4-BE49-F238E27FC236}">
                  <a16:creationId xmlns:a16="http://schemas.microsoft.com/office/drawing/2014/main" id="{3C1D69F7-189B-6876-1712-B1C7DA5DA80B}"/>
                </a:ext>
              </a:extLst>
            </p:cNvPr>
            <p:cNvSpPr/>
            <p:nvPr/>
          </p:nvSpPr>
          <p:spPr>
            <a:xfrm>
              <a:off x="10005978" y="3347099"/>
              <a:ext cx="116144" cy="101814"/>
            </a:xfrm>
            <a:prstGeom prst="ellipse">
              <a:avLst/>
            </a:prstGeom>
            <a:solidFill>
              <a:schemeClr val="tx1"/>
            </a:solidFill>
            <a:ln w="6350" cap="flat" cmpd="sng" algn="ctr">
              <a:noFill/>
              <a:prstDash val="solid"/>
              <a:miter lim="800000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>
                <a:solidFill>
                  <a:srgbClr val="00B050"/>
                </a:solidFill>
              </a:endParaRPr>
            </a:p>
          </p:txBody>
        </p:sp>
        <p:sp>
          <p:nvSpPr>
            <p:cNvPr id="52" name="Ovale 51">
              <a:extLst>
                <a:ext uri="{FF2B5EF4-FFF2-40B4-BE49-F238E27FC236}">
                  <a16:creationId xmlns:a16="http://schemas.microsoft.com/office/drawing/2014/main" id="{ECBA8D58-6F91-CCDB-708E-FDA62A646F31}"/>
                </a:ext>
              </a:extLst>
            </p:cNvPr>
            <p:cNvSpPr/>
            <p:nvPr/>
          </p:nvSpPr>
          <p:spPr>
            <a:xfrm>
              <a:off x="5840168" y="4396955"/>
              <a:ext cx="116144" cy="101814"/>
            </a:xfrm>
            <a:prstGeom prst="ellipse">
              <a:avLst/>
            </a:prstGeom>
            <a:solidFill>
              <a:srgbClr val="00B050"/>
            </a:solidFill>
            <a:ln w="6350" cap="flat" cmpd="sng" algn="ctr">
              <a:noFill/>
              <a:prstDash val="solid"/>
              <a:miter lim="800000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>
                <a:solidFill>
                  <a:srgbClr val="00B050"/>
                </a:solidFill>
              </a:endParaRPr>
            </a:p>
          </p:txBody>
        </p:sp>
        <p:sp>
          <p:nvSpPr>
            <p:cNvPr id="53" name="Ovale 52">
              <a:extLst>
                <a:ext uri="{FF2B5EF4-FFF2-40B4-BE49-F238E27FC236}">
                  <a16:creationId xmlns:a16="http://schemas.microsoft.com/office/drawing/2014/main" id="{A3138D35-AE22-83CF-02FE-69764684513B}"/>
                </a:ext>
              </a:extLst>
            </p:cNvPr>
            <p:cNvSpPr/>
            <p:nvPr/>
          </p:nvSpPr>
          <p:spPr>
            <a:xfrm>
              <a:off x="6529543" y="4396955"/>
              <a:ext cx="116144" cy="101814"/>
            </a:xfrm>
            <a:prstGeom prst="ellipse">
              <a:avLst/>
            </a:prstGeom>
            <a:solidFill>
              <a:srgbClr val="00B050"/>
            </a:solidFill>
            <a:ln w="6350" cap="flat" cmpd="sng" algn="ctr">
              <a:noFill/>
              <a:prstDash val="solid"/>
              <a:miter lim="800000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>
                <a:solidFill>
                  <a:srgbClr val="00B050"/>
                </a:solidFill>
              </a:endParaRPr>
            </a:p>
          </p:txBody>
        </p:sp>
        <p:sp>
          <p:nvSpPr>
            <p:cNvPr id="55" name="Figura a mano libera: forma 54">
              <a:extLst>
                <a:ext uri="{FF2B5EF4-FFF2-40B4-BE49-F238E27FC236}">
                  <a16:creationId xmlns:a16="http://schemas.microsoft.com/office/drawing/2014/main" id="{C0D3D028-B7C0-9B3D-7717-EB9753DD6AC8}"/>
                </a:ext>
              </a:extLst>
            </p:cNvPr>
            <p:cNvSpPr/>
            <p:nvPr/>
          </p:nvSpPr>
          <p:spPr>
            <a:xfrm>
              <a:off x="5741433" y="5745372"/>
              <a:ext cx="1599132" cy="565632"/>
            </a:xfrm>
            <a:custGeom>
              <a:avLst/>
              <a:gdLst>
                <a:gd name="connsiteX0" fmla="*/ 0 w 3035230"/>
                <a:gd name="connsiteY0" fmla="*/ 0 h 602284"/>
                <a:gd name="connsiteX1" fmla="*/ 3035230 w 3035230"/>
                <a:gd name="connsiteY1" fmla="*/ 0 h 602284"/>
                <a:gd name="connsiteX2" fmla="*/ 3035230 w 3035230"/>
                <a:gd name="connsiteY2" fmla="*/ 602284 h 602284"/>
                <a:gd name="connsiteX3" fmla="*/ 0 w 3035230"/>
                <a:gd name="connsiteY3" fmla="*/ 602284 h 602284"/>
                <a:gd name="connsiteX4" fmla="*/ 0 w 3035230"/>
                <a:gd name="connsiteY4" fmla="*/ 0 h 602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35230" h="602284">
                  <a:moveTo>
                    <a:pt x="0" y="0"/>
                  </a:moveTo>
                  <a:lnTo>
                    <a:pt x="3035230" y="0"/>
                  </a:lnTo>
                  <a:lnTo>
                    <a:pt x="3035230" y="602284"/>
                  </a:lnTo>
                  <a:lnTo>
                    <a:pt x="0" y="602284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127000" bIns="0" numCol="1" spcCol="1270" rtlCol="0" anchor="ctr" anchorCtr="0">
              <a:noAutofit/>
            </a:bodyPr>
            <a:lstStyle/>
            <a:p>
              <a:pPr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 b="1"/>
              </a:pPr>
              <a:r>
                <a:rPr lang="it-IT" sz="2000" b="1" dirty="0">
                  <a:solidFill>
                    <a:srgbClr val="00B050"/>
                  </a:solidFill>
                  <a:latin typeface="Libre Franklin" panose="00000500000000000000" pitchFamily="2" charset="0"/>
                </a:rPr>
                <a:t>June</a:t>
              </a:r>
            </a:p>
            <a:p>
              <a:pPr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 b="1"/>
              </a:pPr>
              <a:r>
                <a:rPr lang="it-IT" sz="2000" b="1" dirty="0">
                  <a:solidFill>
                    <a:srgbClr val="00B050"/>
                  </a:solidFill>
                  <a:latin typeface="Libre Franklin" panose="00000500000000000000" pitchFamily="2" charset="0"/>
                </a:rPr>
                <a:t>2026</a:t>
              </a:r>
            </a:p>
          </p:txBody>
        </p:sp>
        <p:sp>
          <p:nvSpPr>
            <p:cNvPr id="60" name="Ovale 59">
              <a:extLst>
                <a:ext uri="{FF2B5EF4-FFF2-40B4-BE49-F238E27FC236}">
                  <a16:creationId xmlns:a16="http://schemas.microsoft.com/office/drawing/2014/main" id="{D974DACA-1EA4-3E46-E275-9442F6B82FDE}"/>
                </a:ext>
              </a:extLst>
            </p:cNvPr>
            <p:cNvSpPr/>
            <p:nvPr/>
          </p:nvSpPr>
          <p:spPr>
            <a:xfrm>
              <a:off x="12650854" y="4406537"/>
              <a:ext cx="116144" cy="101814"/>
            </a:xfrm>
            <a:prstGeom prst="ellipse">
              <a:avLst/>
            </a:prstGeom>
            <a:solidFill>
              <a:schemeClr val="tx1"/>
            </a:solidFill>
            <a:ln w="6350" cap="flat" cmpd="sng" algn="ctr">
              <a:noFill/>
              <a:prstDash val="solid"/>
              <a:miter lim="800000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>
                <a:solidFill>
                  <a:srgbClr val="00B050"/>
                </a:solidFill>
              </a:endParaRPr>
            </a:p>
          </p:txBody>
        </p:sp>
        <p:sp>
          <p:nvSpPr>
            <p:cNvPr id="63" name="Figura a mano libera: forma 62">
              <a:extLst>
                <a:ext uri="{FF2B5EF4-FFF2-40B4-BE49-F238E27FC236}">
                  <a16:creationId xmlns:a16="http://schemas.microsoft.com/office/drawing/2014/main" id="{277D284E-E544-D875-75AB-5E8BF6EC1C78}"/>
                </a:ext>
              </a:extLst>
            </p:cNvPr>
            <p:cNvSpPr/>
            <p:nvPr/>
          </p:nvSpPr>
          <p:spPr>
            <a:xfrm>
              <a:off x="8122263" y="2747634"/>
              <a:ext cx="1433597" cy="565632"/>
            </a:xfrm>
            <a:custGeom>
              <a:avLst/>
              <a:gdLst>
                <a:gd name="connsiteX0" fmla="*/ 0 w 3035230"/>
                <a:gd name="connsiteY0" fmla="*/ 0 h 602284"/>
                <a:gd name="connsiteX1" fmla="*/ 3035230 w 3035230"/>
                <a:gd name="connsiteY1" fmla="*/ 0 h 602284"/>
                <a:gd name="connsiteX2" fmla="*/ 3035230 w 3035230"/>
                <a:gd name="connsiteY2" fmla="*/ 602284 h 602284"/>
                <a:gd name="connsiteX3" fmla="*/ 0 w 3035230"/>
                <a:gd name="connsiteY3" fmla="*/ 602284 h 602284"/>
                <a:gd name="connsiteX4" fmla="*/ 0 w 3035230"/>
                <a:gd name="connsiteY4" fmla="*/ 0 h 602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35230" h="602284">
                  <a:moveTo>
                    <a:pt x="0" y="0"/>
                  </a:moveTo>
                  <a:lnTo>
                    <a:pt x="3035230" y="0"/>
                  </a:lnTo>
                  <a:lnTo>
                    <a:pt x="3035230" y="602284"/>
                  </a:lnTo>
                  <a:lnTo>
                    <a:pt x="0" y="602284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127000" bIns="0" numCol="1" spcCol="1270" rtlCol="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  <a:defRPr b="1"/>
              </a:pPr>
              <a:r>
                <a:rPr lang="it-IT" sz="2000" dirty="0" err="1">
                  <a:solidFill>
                    <a:srgbClr val="00B050"/>
                  </a:solidFill>
                  <a:latin typeface="Libre Franklin" panose="00000500000000000000" pitchFamily="2" charset="0"/>
                </a:rPr>
                <a:t>October</a:t>
              </a:r>
              <a:endParaRPr lang="it-IT" sz="2000" dirty="0">
                <a:solidFill>
                  <a:srgbClr val="00B050"/>
                </a:solidFill>
                <a:latin typeface="Libre Franklin" panose="00000500000000000000" pitchFamily="2" charset="0"/>
              </a:endParaRPr>
            </a:p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  <a:defRPr b="1"/>
              </a:pPr>
              <a:r>
                <a:rPr lang="it-IT" sz="2000" dirty="0">
                  <a:solidFill>
                    <a:srgbClr val="00B050"/>
                  </a:solidFill>
                  <a:latin typeface="Libre Franklin" panose="00000500000000000000" pitchFamily="2" charset="0"/>
                </a:rPr>
                <a:t>2026</a:t>
              </a:r>
              <a:endParaRPr lang="it-IT" sz="2000" b="0" kern="1200" noProof="0" dirty="0">
                <a:solidFill>
                  <a:srgbClr val="00B050"/>
                </a:solidFill>
                <a:latin typeface="Libre Franklin" panose="00000500000000000000" pitchFamily="2" charset="0"/>
              </a:endParaRPr>
            </a:p>
          </p:txBody>
        </p:sp>
      </p:grpSp>
      <p:sp>
        <p:nvSpPr>
          <p:cNvPr id="72" name="Ovale 71">
            <a:extLst>
              <a:ext uri="{FF2B5EF4-FFF2-40B4-BE49-F238E27FC236}">
                <a16:creationId xmlns:a16="http://schemas.microsoft.com/office/drawing/2014/main" id="{26934EE4-E556-2501-0CF6-EAF17E201DAA}"/>
              </a:ext>
            </a:extLst>
          </p:cNvPr>
          <p:cNvSpPr/>
          <p:nvPr/>
        </p:nvSpPr>
        <p:spPr>
          <a:xfrm>
            <a:off x="3800197" y="2477448"/>
            <a:ext cx="116144" cy="101814"/>
          </a:xfrm>
          <a:prstGeom prst="ellipse">
            <a:avLst/>
          </a:prstGeom>
          <a:solidFill>
            <a:srgbClr val="00B050"/>
          </a:solidFill>
          <a:ln w="6350" cap="flat" cmpd="sng" algn="ctr">
            <a:noFill/>
            <a:prstDash val="solid"/>
            <a:miter lim="800000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r>
              <a:rPr lang="it-IT">
                <a:solidFill>
                  <a:srgbClr val="00B050"/>
                </a:solidFill>
              </a:rPr>
              <a:t> </a:t>
            </a:r>
          </a:p>
        </p:txBody>
      </p:sp>
      <p:sp>
        <p:nvSpPr>
          <p:cNvPr id="73" name="Figura a mano libera: forma 72">
            <a:extLst>
              <a:ext uri="{FF2B5EF4-FFF2-40B4-BE49-F238E27FC236}">
                <a16:creationId xmlns:a16="http://schemas.microsoft.com/office/drawing/2014/main" id="{C3D8F67D-0938-CA5B-012A-1DD4148482D1}"/>
              </a:ext>
            </a:extLst>
          </p:cNvPr>
          <p:cNvSpPr/>
          <p:nvPr/>
        </p:nvSpPr>
        <p:spPr>
          <a:xfrm>
            <a:off x="2572792" y="1922686"/>
            <a:ext cx="1253911" cy="565632"/>
          </a:xfrm>
          <a:custGeom>
            <a:avLst/>
            <a:gdLst>
              <a:gd name="connsiteX0" fmla="*/ 0 w 3035230"/>
              <a:gd name="connsiteY0" fmla="*/ 0 h 602284"/>
              <a:gd name="connsiteX1" fmla="*/ 3035230 w 3035230"/>
              <a:gd name="connsiteY1" fmla="*/ 0 h 602284"/>
              <a:gd name="connsiteX2" fmla="*/ 3035230 w 3035230"/>
              <a:gd name="connsiteY2" fmla="*/ 602284 h 602284"/>
              <a:gd name="connsiteX3" fmla="*/ 0 w 3035230"/>
              <a:gd name="connsiteY3" fmla="*/ 602284 h 602284"/>
              <a:gd name="connsiteX4" fmla="*/ 0 w 3035230"/>
              <a:gd name="connsiteY4" fmla="*/ 0 h 602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35230" h="602284">
                <a:moveTo>
                  <a:pt x="0" y="0"/>
                </a:moveTo>
                <a:lnTo>
                  <a:pt x="3035230" y="0"/>
                </a:lnTo>
                <a:lnTo>
                  <a:pt x="3035230" y="602284"/>
                </a:lnTo>
                <a:lnTo>
                  <a:pt x="0" y="60228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127000" bIns="0" numCol="1" spcCol="1270" rtlCol="0" anchor="ctr" anchorCtr="0">
            <a:noAutofit/>
          </a:bodyPr>
          <a:lstStyle/>
          <a:p>
            <a:pPr marL="0" lvl="0" indent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  <a:defRPr b="1"/>
            </a:pPr>
            <a:r>
              <a:rPr lang="it-IT" sz="2000" dirty="0">
                <a:solidFill>
                  <a:srgbClr val="00B050"/>
                </a:solidFill>
                <a:latin typeface="Libre Franklin" panose="00000500000000000000" pitchFamily="2" charset="0"/>
              </a:rPr>
              <a:t>April 2026</a:t>
            </a:r>
          </a:p>
        </p:txBody>
      </p:sp>
      <p:sp>
        <p:nvSpPr>
          <p:cNvPr id="74" name="Goccia 73">
            <a:extLst>
              <a:ext uri="{FF2B5EF4-FFF2-40B4-BE49-F238E27FC236}">
                <a16:creationId xmlns:a16="http://schemas.microsoft.com/office/drawing/2014/main" id="{F001C6DB-9516-198F-5347-CEA6B60B9E92}"/>
              </a:ext>
            </a:extLst>
          </p:cNvPr>
          <p:cNvSpPr/>
          <p:nvPr/>
        </p:nvSpPr>
        <p:spPr>
          <a:xfrm rot="8100000">
            <a:off x="3649106" y="1873097"/>
            <a:ext cx="456257" cy="445219"/>
          </a:xfrm>
          <a:prstGeom prst="teardrop">
            <a:avLst>
              <a:gd name="adj" fmla="val 115000"/>
            </a:avLst>
          </a:prstGeom>
          <a:solidFill>
            <a:srgbClr val="00B050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it-IT">
              <a:solidFill>
                <a:srgbClr val="00B050"/>
              </a:solidFill>
            </a:endParaRPr>
          </a:p>
        </p:txBody>
      </p:sp>
      <p:sp>
        <p:nvSpPr>
          <p:cNvPr id="75" name="Cerchio vuoto 74">
            <a:extLst>
              <a:ext uri="{FF2B5EF4-FFF2-40B4-BE49-F238E27FC236}">
                <a16:creationId xmlns:a16="http://schemas.microsoft.com/office/drawing/2014/main" id="{A0624E2A-F561-68A2-399C-B4EC90BA7EB2}"/>
              </a:ext>
            </a:extLst>
          </p:cNvPr>
          <p:cNvSpPr/>
          <p:nvPr/>
        </p:nvSpPr>
        <p:spPr>
          <a:xfrm>
            <a:off x="3692399" y="1928669"/>
            <a:ext cx="354885" cy="359482"/>
          </a:xfrm>
          <a:prstGeom prst="donut">
            <a:avLst/>
          </a:prstGeom>
          <a:solidFill>
            <a:schemeClr val="lt1">
              <a:hueOff val="0"/>
              <a:satOff val="0"/>
              <a:lumOff val="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it-IT">
              <a:solidFill>
                <a:srgbClr val="00B050"/>
              </a:solidFill>
            </a:endParaRPr>
          </a:p>
        </p:txBody>
      </p:sp>
      <p:sp>
        <p:nvSpPr>
          <p:cNvPr id="76" name="Figura a mano libera: forma 75">
            <a:extLst>
              <a:ext uri="{FF2B5EF4-FFF2-40B4-BE49-F238E27FC236}">
                <a16:creationId xmlns:a16="http://schemas.microsoft.com/office/drawing/2014/main" id="{44CD68E1-EFC8-523B-7359-278B721B9E42}"/>
              </a:ext>
            </a:extLst>
          </p:cNvPr>
          <p:cNvSpPr/>
          <p:nvPr/>
        </p:nvSpPr>
        <p:spPr>
          <a:xfrm>
            <a:off x="3947507" y="2519027"/>
            <a:ext cx="1113641" cy="561618"/>
          </a:xfrm>
          <a:custGeom>
            <a:avLst/>
            <a:gdLst>
              <a:gd name="connsiteX0" fmla="*/ 0 w 3035230"/>
              <a:gd name="connsiteY0" fmla="*/ 0 h 1714195"/>
              <a:gd name="connsiteX1" fmla="*/ 3035230 w 3035230"/>
              <a:gd name="connsiteY1" fmla="*/ 0 h 1714195"/>
              <a:gd name="connsiteX2" fmla="*/ 3035230 w 3035230"/>
              <a:gd name="connsiteY2" fmla="*/ 1714195 h 1714195"/>
              <a:gd name="connsiteX3" fmla="*/ 0 w 3035230"/>
              <a:gd name="connsiteY3" fmla="*/ 1714195 h 1714195"/>
              <a:gd name="connsiteX4" fmla="*/ 0 w 3035230"/>
              <a:gd name="connsiteY4" fmla="*/ 0 h 17141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35230" h="1714195">
                <a:moveTo>
                  <a:pt x="0" y="0"/>
                </a:moveTo>
                <a:lnTo>
                  <a:pt x="3035230" y="0"/>
                </a:lnTo>
                <a:lnTo>
                  <a:pt x="3035230" y="1714195"/>
                </a:lnTo>
                <a:lnTo>
                  <a:pt x="0" y="171419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95250" rIns="95250" bIns="142875" numCol="1" spcCol="1270" rtlCol="0" anchor="t" anchorCtr="0">
            <a:noAutofit/>
          </a:bodyPr>
          <a:lstStyle/>
          <a:p>
            <a:pPr marL="0" lvl="0" indent="0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it-IT" sz="1000" dirty="0">
                <a:solidFill>
                  <a:srgbClr val="00B050"/>
                </a:solidFill>
                <a:latin typeface="Libre Franklin" panose="00000500000000000000" pitchFamily="2" charset="0"/>
              </a:rPr>
              <a:t>MVP use case</a:t>
            </a:r>
            <a:endParaRPr lang="it-IT" sz="1000" kern="1200" noProof="0" dirty="0">
              <a:solidFill>
                <a:srgbClr val="00B050"/>
              </a:solidFill>
              <a:latin typeface="Libre Franklin" panose="00000500000000000000" pitchFamily="2" charset="0"/>
            </a:endParaRPr>
          </a:p>
        </p:txBody>
      </p:sp>
      <p:cxnSp>
        <p:nvCxnSpPr>
          <p:cNvPr id="77" name="Connettore diritto 76">
            <a:extLst>
              <a:ext uri="{FF2B5EF4-FFF2-40B4-BE49-F238E27FC236}">
                <a16:creationId xmlns:a16="http://schemas.microsoft.com/office/drawing/2014/main" id="{19F604ED-E75E-F26C-0AFE-BB351E11B6BD}"/>
              </a:ext>
            </a:extLst>
          </p:cNvPr>
          <p:cNvCxnSpPr>
            <a:cxnSpLocks/>
          </p:cNvCxnSpPr>
          <p:nvPr/>
        </p:nvCxnSpPr>
        <p:spPr>
          <a:xfrm>
            <a:off x="3872747" y="2473818"/>
            <a:ext cx="206" cy="10805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Ovale 79">
            <a:extLst>
              <a:ext uri="{FF2B5EF4-FFF2-40B4-BE49-F238E27FC236}">
                <a16:creationId xmlns:a16="http://schemas.microsoft.com/office/drawing/2014/main" id="{8CD5CD93-FC06-C48C-81DC-E70A02B68696}"/>
              </a:ext>
            </a:extLst>
          </p:cNvPr>
          <p:cNvSpPr/>
          <p:nvPr/>
        </p:nvSpPr>
        <p:spPr>
          <a:xfrm>
            <a:off x="5828026" y="4607677"/>
            <a:ext cx="116144" cy="101814"/>
          </a:xfrm>
          <a:prstGeom prst="ellipse">
            <a:avLst/>
          </a:prstGeom>
          <a:solidFill>
            <a:srgbClr val="00B050"/>
          </a:solidFill>
          <a:ln w="6350" cap="flat" cmpd="sng" algn="ctr">
            <a:noFill/>
            <a:prstDash val="solid"/>
            <a:miter lim="800000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it-IT">
              <a:solidFill>
                <a:srgbClr val="00B050"/>
              </a:solidFill>
            </a:endParaRPr>
          </a:p>
        </p:txBody>
      </p:sp>
      <p:sp>
        <p:nvSpPr>
          <p:cNvPr id="81" name="Figura a mano libera: forma 80">
            <a:extLst>
              <a:ext uri="{FF2B5EF4-FFF2-40B4-BE49-F238E27FC236}">
                <a16:creationId xmlns:a16="http://schemas.microsoft.com/office/drawing/2014/main" id="{D8D60496-78F1-03C1-DEF6-04CC84BE19AB}"/>
              </a:ext>
            </a:extLst>
          </p:cNvPr>
          <p:cNvSpPr/>
          <p:nvPr/>
        </p:nvSpPr>
        <p:spPr>
          <a:xfrm>
            <a:off x="6046941" y="4347332"/>
            <a:ext cx="1113641" cy="561618"/>
          </a:xfrm>
          <a:custGeom>
            <a:avLst/>
            <a:gdLst>
              <a:gd name="connsiteX0" fmla="*/ 0 w 3035230"/>
              <a:gd name="connsiteY0" fmla="*/ 0 h 1714195"/>
              <a:gd name="connsiteX1" fmla="*/ 3035230 w 3035230"/>
              <a:gd name="connsiteY1" fmla="*/ 0 h 1714195"/>
              <a:gd name="connsiteX2" fmla="*/ 3035230 w 3035230"/>
              <a:gd name="connsiteY2" fmla="*/ 1714195 h 1714195"/>
              <a:gd name="connsiteX3" fmla="*/ 0 w 3035230"/>
              <a:gd name="connsiteY3" fmla="*/ 1714195 h 1714195"/>
              <a:gd name="connsiteX4" fmla="*/ 0 w 3035230"/>
              <a:gd name="connsiteY4" fmla="*/ 0 h 17141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35230" h="1714195">
                <a:moveTo>
                  <a:pt x="0" y="0"/>
                </a:moveTo>
                <a:lnTo>
                  <a:pt x="3035230" y="0"/>
                </a:lnTo>
                <a:lnTo>
                  <a:pt x="3035230" y="1714195"/>
                </a:lnTo>
                <a:lnTo>
                  <a:pt x="0" y="171419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95250" rIns="95250" bIns="142875" numCol="1" spcCol="1270" rtlCol="0" anchor="t" anchorCtr="0">
            <a:noAutofit/>
          </a:bodyPr>
          <a:lstStyle/>
          <a:p>
            <a:pPr marL="0" lvl="0" indent="0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it-IT" sz="1000" dirty="0">
                <a:solidFill>
                  <a:srgbClr val="00B050"/>
                </a:solidFill>
                <a:latin typeface="Libre Franklin" panose="00000500000000000000" pitchFamily="2" charset="0"/>
              </a:rPr>
              <a:t>MVP 2: </a:t>
            </a:r>
          </a:p>
          <a:p>
            <a:pPr marL="0" lvl="0" indent="0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it-IT" sz="1000" dirty="0" err="1">
                <a:solidFill>
                  <a:srgbClr val="00B050"/>
                </a:solidFill>
                <a:latin typeface="Libre Franklin" panose="00000500000000000000" pitchFamily="2" charset="0"/>
              </a:rPr>
              <a:t>Internal</a:t>
            </a:r>
            <a:r>
              <a:rPr lang="it-IT" sz="1000" dirty="0">
                <a:solidFill>
                  <a:srgbClr val="00B050"/>
                </a:solidFill>
                <a:latin typeface="Libre Franklin" panose="00000500000000000000" pitchFamily="2" charset="0"/>
              </a:rPr>
              <a:t> MVP</a:t>
            </a:r>
            <a:endParaRPr lang="it-IT" sz="1000" kern="1200" noProof="0" dirty="0">
              <a:solidFill>
                <a:srgbClr val="00B050"/>
              </a:solidFill>
              <a:latin typeface="Libre Franklin" panose="00000500000000000000" pitchFamily="2" charset="0"/>
            </a:endParaRPr>
          </a:p>
        </p:txBody>
      </p:sp>
      <p:sp>
        <p:nvSpPr>
          <p:cNvPr id="82" name="Figura a mano libera: forma 81">
            <a:extLst>
              <a:ext uri="{FF2B5EF4-FFF2-40B4-BE49-F238E27FC236}">
                <a16:creationId xmlns:a16="http://schemas.microsoft.com/office/drawing/2014/main" id="{21403668-2A65-A125-CF69-8919DCF2FB77}"/>
              </a:ext>
            </a:extLst>
          </p:cNvPr>
          <p:cNvSpPr/>
          <p:nvPr/>
        </p:nvSpPr>
        <p:spPr>
          <a:xfrm>
            <a:off x="8166283" y="2425998"/>
            <a:ext cx="1113641" cy="561618"/>
          </a:xfrm>
          <a:custGeom>
            <a:avLst/>
            <a:gdLst>
              <a:gd name="connsiteX0" fmla="*/ 0 w 3035230"/>
              <a:gd name="connsiteY0" fmla="*/ 0 h 1714195"/>
              <a:gd name="connsiteX1" fmla="*/ 3035230 w 3035230"/>
              <a:gd name="connsiteY1" fmla="*/ 0 h 1714195"/>
              <a:gd name="connsiteX2" fmla="*/ 3035230 w 3035230"/>
              <a:gd name="connsiteY2" fmla="*/ 1714195 h 1714195"/>
              <a:gd name="connsiteX3" fmla="*/ 0 w 3035230"/>
              <a:gd name="connsiteY3" fmla="*/ 1714195 h 1714195"/>
              <a:gd name="connsiteX4" fmla="*/ 0 w 3035230"/>
              <a:gd name="connsiteY4" fmla="*/ 0 h 17141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35230" h="1714195">
                <a:moveTo>
                  <a:pt x="0" y="0"/>
                </a:moveTo>
                <a:lnTo>
                  <a:pt x="3035230" y="0"/>
                </a:lnTo>
                <a:lnTo>
                  <a:pt x="3035230" y="1714195"/>
                </a:lnTo>
                <a:lnTo>
                  <a:pt x="0" y="171419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95250" rIns="95250" bIns="142875" numCol="1" spcCol="1270" rtlCol="0" anchor="t" anchorCtr="0">
            <a:noAutofit/>
          </a:bodyPr>
          <a:lstStyle/>
          <a:p>
            <a:pPr marL="0" lvl="0" indent="0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it-IT" sz="1000" dirty="0">
                <a:solidFill>
                  <a:srgbClr val="00B050"/>
                </a:solidFill>
                <a:latin typeface="Libre Franklin" panose="00000500000000000000" pitchFamily="2" charset="0"/>
              </a:rPr>
              <a:t>MVP1:</a:t>
            </a:r>
          </a:p>
          <a:p>
            <a:pPr marL="0" lvl="0" indent="0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it-IT" sz="1000" dirty="0">
                <a:solidFill>
                  <a:srgbClr val="00B050"/>
                </a:solidFill>
                <a:latin typeface="Libre Franklin" panose="00000500000000000000" pitchFamily="2" charset="0"/>
              </a:rPr>
              <a:t>Customer</a:t>
            </a:r>
          </a:p>
        </p:txBody>
      </p:sp>
      <p:sp>
        <p:nvSpPr>
          <p:cNvPr id="83" name="Ovale 82">
            <a:extLst>
              <a:ext uri="{FF2B5EF4-FFF2-40B4-BE49-F238E27FC236}">
                <a16:creationId xmlns:a16="http://schemas.microsoft.com/office/drawing/2014/main" id="{12F29625-F250-6385-ACA2-5E03D1769203}"/>
              </a:ext>
            </a:extLst>
          </p:cNvPr>
          <p:cNvSpPr/>
          <p:nvPr/>
        </p:nvSpPr>
        <p:spPr>
          <a:xfrm>
            <a:off x="7941692" y="2523738"/>
            <a:ext cx="116144" cy="101814"/>
          </a:xfrm>
          <a:prstGeom prst="ellipse">
            <a:avLst/>
          </a:prstGeom>
          <a:solidFill>
            <a:srgbClr val="00B050"/>
          </a:solidFill>
          <a:ln w="6350" cap="flat" cmpd="sng" algn="ctr">
            <a:noFill/>
            <a:prstDash val="solid"/>
            <a:miter lim="800000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r>
              <a:rPr lang="it-IT" dirty="0">
                <a:solidFill>
                  <a:srgbClr val="00B050"/>
                </a:solidFill>
              </a:rPr>
              <a:t> </a:t>
            </a:r>
          </a:p>
        </p:txBody>
      </p:sp>
      <p:sp>
        <p:nvSpPr>
          <p:cNvPr id="84" name="Goccia 83">
            <a:extLst>
              <a:ext uri="{FF2B5EF4-FFF2-40B4-BE49-F238E27FC236}">
                <a16:creationId xmlns:a16="http://schemas.microsoft.com/office/drawing/2014/main" id="{5E6084DC-9D47-7BA3-741F-FED0AF9380BE}"/>
              </a:ext>
            </a:extLst>
          </p:cNvPr>
          <p:cNvSpPr/>
          <p:nvPr/>
        </p:nvSpPr>
        <p:spPr>
          <a:xfrm rot="8100000">
            <a:off x="7785787" y="1884668"/>
            <a:ext cx="456257" cy="445219"/>
          </a:xfrm>
          <a:prstGeom prst="teardrop">
            <a:avLst>
              <a:gd name="adj" fmla="val 115000"/>
            </a:avLst>
          </a:prstGeom>
          <a:solidFill>
            <a:srgbClr val="00B050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it-IT">
              <a:solidFill>
                <a:srgbClr val="00B050"/>
              </a:solidFill>
            </a:endParaRPr>
          </a:p>
        </p:txBody>
      </p:sp>
      <p:cxnSp>
        <p:nvCxnSpPr>
          <p:cNvPr id="85" name="Connettore diritto 84">
            <a:extLst>
              <a:ext uri="{FF2B5EF4-FFF2-40B4-BE49-F238E27FC236}">
                <a16:creationId xmlns:a16="http://schemas.microsoft.com/office/drawing/2014/main" id="{4BBA8027-A52F-7785-31A6-F8A7098A73DD}"/>
              </a:ext>
            </a:extLst>
          </p:cNvPr>
          <p:cNvCxnSpPr>
            <a:cxnSpLocks/>
          </p:cNvCxnSpPr>
          <p:nvPr/>
        </p:nvCxnSpPr>
        <p:spPr>
          <a:xfrm>
            <a:off x="7997853" y="2473807"/>
            <a:ext cx="206" cy="10805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Cerchio vuoto 85">
            <a:extLst>
              <a:ext uri="{FF2B5EF4-FFF2-40B4-BE49-F238E27FC236}">
                <a16:creationId xmlns:a16="http://schemas.microsoft.com/office/drawing/2014/main" id="{80191D7C-D686-E9DA-1EFA-5AC5DB02DA12}"/>
              </a:ext>
            </a:extLst>
          </p:cNvPr>
          <p:cNvSpPr/>
          <p:nvPr/>
        </p:nvSpPr>
        <p:spPr>
          <a:xfrm>
            <a:off x="7846051" y="1939931"/>
            <a:ext cx="354885" cy="359482"/>
          </a:xfrm>
          <a:prstGeom prst="donut">
            <a:avLst/>
          </a:prstGeom>
          <a:solidFill>
            <a:schemeClr val="lt1">
              <a:hueOff val="0"/>
              <a:satOff val="0"/>
              <a:lumOff val="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it-IT">
              <a:solidFill>
                <a:srgbClr val="00B050"/>
              </a:solidFill>
            </a:endParaRP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4DCF1F98-970C-04D8-1B7D-42821616003D}"/>
              </a:ext>
            </a:extLst>
          </p:cNvPr>
          <p:cNvSpPr txBox="1"/>
          <p:nvPr/>
        </p:nvSpPr>
        <p:spPr>
          <a:xfrm>
            <a:off x="7315200" y="7335694"/>
            <a:ext cx="7315200" cy="327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  <a:buNone/>
            </a:pPr>
            <a:r>
              <a:rPr lang="it-IT" sz="14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Libre Franklin" panose="00000500000000000000" pitchFamily="2" charset="0"/>
                <a:ea typeface="Calibri" panose="020F0502020204030204" pitchFamily="34" charset="0"/>
                <a:cs typeface="Arial" panose="020B0604020202020204" pitchFamily="34" charset="0"/>
              </a:rPr>
              <a:t>See «</a:t>
            </a:r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Libre Franklin" panose="00000500000000000000" pitchFamily="2" charset="0"/>
                <a:ea typeface="Calibri" panose="020F0502020204030204" pitchFamily="34" charset="0"/>
                <a:cs typeface="Arial" panose="020B0604020202020204" pitchFamily="34" charset="0"/>
              </a:rPr>
              <a:t>4.2	Time Line of project (Gantt)</a:t>
            </a:r>
            <a:r>
              <a:rPr lang="it-IT" sz="14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Libre Franklin" panose="00000500000000000000" pitchFamily="2" charset="0"/>
                <a:ea typeface="Calibri" panose="020F0502020204030204" pitchFamily="34" charset="0"/>
                <a:cs typeface="Arial" panose="020B0604020202020204" pitchFamily="34" charset="0"/>
              </a:rPr>
              <a:t>»</a:t>
            </a:r>
            <a:endParaRPr lang="it-IT" sz="1400" dirty="0">
              <a:effectLst/>
              <a:latin typeface="Libre Franklin Light" panose="00000400000000000000" pitchFamily="2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FC5F13D4-9959-D38D-5A6B-49696C0057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7960" y="1426547"/>
            <a:ext cx="2199127" cy="489650"/>
          </a:xfrm>
          <a:prstGeom prst="rect">
            <a:avLst/>
          </a:prstGeom>
        </p:spPr>
      </p:pic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9A4BD18F-0CDA-3CDC-F901-7D178A4A365C}"/>
              </a:ext>
            </a:extLst>
          </p:cNvPr>
          <p:cNvCxnSpPr>
            <a:cxnSpLocks/>
          </p:cNvCxnSpPr>
          <p:nvPr/>
        </p:nvCxnSpPr>
        <p:spPr>
          <a:xfrm flipH="1">
            <a:off x="5931745" y="3787490"/>
            <a:ext cx="208030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ttore diritto 17">
            <a:extLst>
              <a:ext uri="{FF2B5EF4-FFF2-40B4-BE49-F238E27FC236}">
                <a16:creationId xmlns:a16="http://schemas.microsoft.com/office/drawing/2014/main" id="{721CE3F0-E333-D284-3F59-B4AF9D187203}"/>
              </a:ext>
            </a:extLst>
          </p:cNvPr>
          <p:cNvCxnSpPr>
            <a:cxnSpLocks/>
          </p:cNvCxnSpPr>
          <p:nvPr/>
        </p:nvCxnSpPr>
        <p:spPr>
          <a:xfrm flipH="1">
            <a:off x="7966433" y="2932596"/>
            <a:ext cx="208030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Figura a mano libera: forma 29">
            <a:extLst>
              <a:ext uri="{FF2B5EF4-FFF2-40B4-BE49-F238E27FC236}">
                <a16:creationId xmlns:a16="http://schemas.microsoft.com/office/drawing/2014/main" id="{0542C30F-803A-947A-41A3-8E40ACD779B0}"/>
              </a:ext>
            </a:extLst>
          </p:cNvPr>
          <p:cNvSpPr/>
          <p:nvPr/>
        </p:nvSpPr>
        <p:spPr>
          <a:xfrm>
            <a:off x="8441026" y="2889282"/>
            <a:ext cx="1097366" cy="527557"/>
          </a:xfrm>
          <a:custGeom>
            <a:avLst/>
            <a:gdLst>
              <a:gd name="connsiteX0" fmla="*/ 0 w 3035230"/>
              <a:gd name="connsiteY0" fmla="*/ 0 h 1714195"/>
              <a:gd name="connsiteX1" fmla="*/ 3035230 w 3035230"/>
              <a:gd name="connsiteY1" fmla="*/ 0 h 1714195"/>
              <a:gd name="connsiteX2" fmla="*/ 3035230 w 3035230"/>
              <a:gd name="connsiteY2" fmla="*/ 1714195 h 1714195"/>
              <a:gd name="connsiteX3" fmla="*/ 0 w 3035230"/>
              <a:gd name="connsiteY3" fmla="*/ 1714195 h 1714195"/>
              <a:gd name="connsiteX4" fmla="*/ 0 w 3035230"/>
              <a:gd name="connsiteY4" fmla="*/ 0 h 17141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35230" h="1714195">
                <a:moveTo>
                  <a:pt x="0" y="0"/>
                </a:moveTo>
                <a:lnTo>
                  <a:pt x="3035230" y="0"/>
                </a:lnTo>
                <a:lnTo>
                  <a:pt x="3035230" y="1714195"/>
                </a:lnTo>
                <a:lnTo>
                  <a:pt x="0" y="171419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142875" rIns="0" bIns="95250" numCol="1" spcCol="1270" rtlCol="0" anchor="b" anchorCtr="0">
            <a:noAutofit/>
          </a:bodyPr>
          <a:lstStyle/>
          <a:p>
            <a:pPr marL="0" lvl="0" indent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it-IT" sz="1000" kern="1200" noProof="0" dirty="0">
                <a:solidFill>
                  <a:srgbClr val="000000"/>
                </a:solidFill>
                <a:latin typeface="Libre Franklin"/>
              </a:rPr>
              <a:t>Start of product </a:t>
            </a:r>
            <a:endParaRPr lang="it-IT" dirty="0">
              <a:solidFill>
                <a:srgbClr val="000000"/>
              </a:solidFill>
              <a:latin typeface="Libre Franklin"/>
            </a:endParaRPr>
          </a:p>
          <a:p>
            <a:pPr marL="0" lvl="0" indent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it-IT" sz="1000" kern="1200" noProof="0" dirty="0" err="1">
                <a:solidFill>
                  <a:srgbClr val="000000"/>
                </a:solidFill>
                <a:latin typeface="Libre Franklin"/>
              </a:rPr>
              <a:t>validation</a:t>
            </a:r>
            <a:r>
              <a:rPr lang="it-IT" sz="1000" kern="1200" noProof="0" dirty="0">
                <a:solidFill>
                  <a:srgbClr val="000000"/>
                </a:solidFill>
                <a:latin typeface="Libre Franklin"/>
              </a:rPr>
              <a:t> </a:t>
            </a:r>
            <a:r>
              <a:rPr lang="it-IT" sz="1000" kern="1200" noProof="0" dirty="0" err="1">
                <a:solidFill>
                  <a:srgbClr val="000000"/>
                </a:solidFill>
                <a:latin typeface="Libre Franklin"/>
              </a:rPr>
              <a:t>period</a:t>
            </a:r>
            <a:endParaRPr lang="it-IT" sz="1000" kern="1200" noProof="0" dirty="0">
              <a:solidFill>
                <a:srgbClr val="000000"/>
              </a:solidFill>
              <a:latin typeface="Libre Franklin"/>
            </a:endParaRPr>
          </a:p>
        </p:txBody>
      </p:sp>
    </p:spTree>
    <p:extLst>
      <p:ext uri="{BB962C8B-B14F-4D97-AF65-F5344CB8AC3E}">
        <p14:creationId xmlns:p14="http://schemas.microsoft.com/office/powerpoint/2010/main" val="23665143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940A2-7813-FD0A-F257-21F3003DE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2" name="Connettore diritto 71">
            <a:extLst>
              <a:ext uri="{FF2B5EF4-FFF2-40B4-BE49-F238E27FC236}">
                <a16:creationId xmlns:a16="http://schemas.microsoft.com/office/drawing/2014/main" id="{BF00CC77-FAF4-AE51-F870-BA9AC9D6E7FF}"/>
              </a:ext>
            </a:extLst>
          </p:cNvPr>
          <p:cNvCxnSpPr>
            <a:cxnSpLocks/>
          </p:cNvCxnSpPr>
          <p:nvPr/>
        </p:nvCxnSpPr>
        <p:spPr>
          <a:xfrm>
            <a:off x="7280174" y="3635040"/>
            <a:ext cx="206" cy="10805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Goccia 75">
            <a:extLst>
              <a:ext uri="{FF2B5EF4-FFF2-40B4-BE49-F238E27FC236}">
                <a16:creationId xmlns:a16="http://schemas.microsoft.com/office/drawing/2014/main" id="{CCEB085A-EB08-97A0-8618-2A59D84F3999}"/>
              </a:ext>
            </a:extLst>
          </p:cNvPr>
          <p:cNvSpPr/>
          <p:nvPr/>
        </p:nvSpPr>
        <p:spPr>
          <a:xfrm rot="18866004">
            <a:off x="7068875" y="4635296"/>
            <a:ext cx="456257" cy="445219"/>
          </a:xfrm>
          <a:prstGeom prst="teardrop">
            <a:avLst>
              <a:gd name="adj" fmla="val 115000"/>
            </a:avLst>
          </a:prstGeom>
          <a:solidFill>
            <a:srgbClr val="0698D6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it-IT">
              <a:solidFill>
                <a:srgbClr val="00B050"/>
              </a:solidFill>
            </a:endParaRPr>
          </a:p>
        </p:txBody>
      </p:sp>
      <p:grpSp>
        <p:nvGrpSpPr>
          <p:cNvPr id="7" name="Gruppo 6">
            <a:extLst>
              <a:ext uri="{FF2B5EF4-FFF2-40B4-BE49-F238E27FC236}">
                <a16:creationId xmlns:a16="http://schemas.microsoft.com/office/drawing/2014/main" id="{D53C3AA4-8ABA-D02D-E48D-D25AACC06697}"/>
              </a:ext>
            </a:extLst>
          </p:cNvPr>
          <p:cNvGrpSpPr/>
          <p:nvPr/>
        </p:nvGrpSpPr>
        <p:grpSpPr>
          <a:xfrm>
            <a:off x="1143000" y="1818091"/>
            <a:ext cx="12306300" cy="3269901"/>
            <a:chOff x="1143000" y="2695324"/>
            <a:chExt cx="12306300" cy="3269901"/>
          </a:xfrm>
        </p:grpSpPr>
        <p:cxnSp>
          <p:nvCxnSpPr>
            <p:cNvPr id="35" name="Connettore diritto 34">
              <a:extLst>
                <a:ext uri="{FF2B5EF4-FFF2-40B4-BE49-F238E27FC236}">
                  <a16:creationId xmlns:a16="http://schemas.microsoft.com/office/drawing/2014/main" id="{47A0D8AF-F15A-45D7-747D-D2B4DBD358A4}"/>
                </a:ext>
              </a:extLst>
            </p:cNvPr>
            <p:cNvCxnSpPr>
              <a:cxnSpLocks/>
              <a:stCxn id="32" idx="7"/>
            </p:cNvCxnSpPr>
            <p:nvPr/>
          </p:nvCxnSpPr>
          <p:spPr>
            <a:xfrm flipH="1">
              <a:off x="3861565" y="3284461"/>
              <a:ext cx="9631" cy="122389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Freccia a destra 7">
              <a:extLst>
                <a:ext uri="{FF2B5EF4-FFF2-40B4-BE49-F238E27FC236}">
                  <a16:creationId xmlns:a16="http://schemas.microsoft.com/office/drawing/2014/main" id="{26FD1370-BDAB-6436-F53F-98160D3FE101}"/>
                </a:ext>
              </a:extLst>
            </p:cNvPr>
            <p:cNvSpPr/>
            <p:nvPr/>
          </p:nvSpPr>
          <p:spPr>
            <a:xfrm>
              <a:off x="1143000" y="4211055"/>
              <a:ext cx="12306300" cy="495300"/>
            </a:xfrm>
            <a:prstGeom prst="rightArrow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0" scaled="1"/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>
                <a:solidFill>
                  <a:srgbClr val="00B050"/>
                </a:solidFill>
              </a:endParaRPr>
            </a:p>
          </p:txBody>
        </p:sp>
        <p:sp>
          <p:nvSpPr>
            <p:cNvPr id="10" name="Ovale 9">
              <a:extLst>
                <a:ext uri="{FF2B5EF4-FFF2-40B4-BE49-F238E27FC236}">
                  <a16:creationId xmlns:a16="http://schemas.microsoft.com/office/drawing/2014/main" id="{F9456822-F741-E9CC-41FB-915578F6B866}"/>
                </a:ext>
              </a:extLst>
            </p:cNvPr>
            <p:cNvSpPr/>
            <p:nvPr/>
          </p:nvSpPr>
          <p:spPr>
            <a:xfrm>
              <a:off x="3151692" y="4407798"/>
              <a:ext cx="116144" cy="101814"/>
            </a:xfrm>
            <a:prstGeom prst="ellipse">
              <a:avLst/>
            </a:prstGeom>
            <a:solidFill>
              <a:schemeClr val="tx1"/>
            </a:solidFill>
            <a:ln w="6350" cap="flat" cmpd="sng" algn="ctr">
              <a:noFill/>
              <a:prstDash val="solid"/>
              <a:miter lim="800000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>
                <a:solidFill>
                  <a:srgbClr val="00B050"/>
                </a:solidFill>
              </a:endParaRPr>
            </a:p>
          </p:txBody>
        </p:sp>
        <p:sp>
          <p:nvSpPr>
            <p:cNvPr id="11" name="Connettore diritto 10">
              <a:extLst>
                <a:ext uri="{FF2B5EF4-FFF2-40B4-BE49-F238E27FC236}">
                  <a16:creationId xmlns:a16="http://schemas.microsoft.com/office/drawing/2014/main" id="{F25B2FE2-89BA-DBFA-DCB5-3AA6A33472E1}"/>
                </a:ext>
              </a:extLst>
            </p:cNvPr>
            <p:cNvSpPr/>
            <p:nvPr/>
          </p:nvSpPr>
          <p:spPr>
            <a:xfrm>
              <a:off x="3210016" y="4509612"/>
              <a:ext cx="629" cy="1455613"/>
            </a:xfrm>
            <a:prstGeom prst="line">
              <a:avLst/>
            </a:prstGeom>
            <a:noFill/>
            <a:ln w="3175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</a:ln>
            <a:effectLst/>
          </p:spPr>
          <p:style>
            <a:lnRef idx="1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it-IT">
                <a:solidFill>
                  <a:srgbClr val="00B050"/>
                </a:solidFill>
              </a:endParaRPr>
            </a:p>
          </p:txBody>
        </p:sp>
        <p:sp>
          <p:nvSpPr>
            <p:cNvPr id="12" name="Ovale 11">
              <a:extLst>
                <a:ext uri="{FF2B5EF4-FFF2-40B4-BE49-F238E27FC236}">
                  <a16:creationId xmlns:a16="http://schemas.microsoft.com/office/drawing/2014/main" id="{355BBF3C-9F49-CF29-15FC-98AC6A730541}"/>
                </a:ext>
              </a:extLst>
            </p:cNvPr>
            <p:cNvSpPr/>
            <p:nvPr/>
          </p:nvSpPr>
          <p:spPr>
            <a:xfrm>
              <a:off x="2470097" y="4407798"/>
              <a:ext cx="116144" cy="101814"/>
            </a:xfrm>
            <a:prstGeom prst="ellipse">
              <a:avLst/>
            </a:prstGeom>
            <a:solidFill>
              <a:schemeClr val="tx1"/>
            </a:solidFill>
            <a:ln w="6350" cap="flat" cmpd="sng" algn="ctr">
              <a:noFill/>
              <a:prstDash val="solid"/>
              <a:miter lim="800000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>
                <a:solidFill>
                  <a:srgbClr val="00B050"/>
                </a:solidFill>
              </a:endParaRPr>
            </a:p>
          </p:txBody>
        </p:sp>
        <p:sp>
          <p:nvSpPr>
            <p:cNvPr id="13" name="Ovale 12">
              <a:extLst>
                <a:ext uri="{FF2B5EF4-FFF2-40B4-BE49-F238E27FC236}">
                  <a16:creationId xmlns:a16="http://schemas.microsoft.com/office/drawing/2014/main" id="{5850D5F6-7180-45C8-C1D3-F6E6B8195430}"/>
                </a:ext>
              </a:extLst>
            </p:cNvPr>
            <p:cNvSpPr/>
            <p:nvPr/>
          </p:nvSpPr>
          <p:spPr>
            <a:xfrm>
              <a:off x="3833287" y="4407798"/>
              <a:ext cx="116144" cy="101814"/>
            </a:xfrm>
            <a:prstGeom prst="ellipse">
              <a:avLst/>
            </a:prstGeom>
            <a:solidFill>
              <a:schemeClr val="accent4"/>
            </a:solidFill>
            <a:ln w="6350" cap="flat" cmpd="sng" algn="ctr">
              <a:noFill/>
              <a:prstDash val="solid"/>
              <a:miter lim="800000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>
                <a:solidFill>
                  <a:srgbClr val="00B050"/>
                </a:solidFill>
              </a:endParaRPr>
            </a:p>
          </p:txBody>
        </p:sp>
        <p:sp>
          <p:nvSpPr>
            <p:cNvPr id="14" name="Ovale 13">
              <a:extLst>
                <a:ext uri="{FF2B5EF4-FFF2-40B4-BE49-F238E27FC236}">
                  <a16:creationId xmlns:a16="http://schemas.microsoft.com/office/drawing/2014/main" id="{9C21CA29-9D05-06FD-04FC-CBCEA2DBE68D}"/>
                </a:ext>
              </a:extLst>
            </p:cNvPr>
            <p:cNvSpPr/>
            <p:nvPr/>
          </p:nvSpPr>
          <p:spPr>
            <a:xfrm>
              <a:off x="4522662" y="4407798"/>
              <a:ext cx="116144" cy="101814"/>
            </a:xfrm>
            <a:prstGeom prst="ellipse">
              <a:avLst/>
            </a:prstGeom>
            <a:solidFill>
              <a:srgbClr val="FFC000"/>
            </a:solidFill>
            <a:ln w="6350" cap="flat" cmpd="sng" algn="ctr">
              <a:noFill/>
              <a:prstDash val="solid"/>
              <a:miter lim="800000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>
                <a:solidFill>
                  <a:srgbClr val="00B050"/>
                </a:solidFill>
              </a:endParaRPr>
            </a:p>
          </p:txBody>
        </p:sp>
        <p:sp>
          <p:nvSpPr>
            <p:cNvPr id="15" name="Ovale 14">
              <a:extLst>
                <a:ext uri="{FF2B5EF4-FFF2-40B4-BE49-F238E27FC236}">
                  <a16:creationId xmlns:a16="http://schemas.microsoft.com/office/drawing/2014/main" id="{A477A4FA-A2A0-DC34-AAAB-934272217959}"/>
                </a:ext>
              </a:extLst>
            </p:cNvPr>
            <p:cNvSpPr/>
            <p:nvPr/>
          </p:nvSpPr>
          <p:spPr>
            <a:xfrm>
              <a:off x="4526237" y="4406537"/>
              <a:ext cx="116144" cy="101814"/>
            </a:xfrm>
            <a:prstGeom prst="ellipse">
              <a:avLst/>
            </a:prstGeom>
            <a:solidFill>
              <a:srgbClr val="0698D6"/>
            </a:solidFill>
            <a:ln w="6350" cap="flat" cmpd="sng" algn="ctr">
              <a:noFill/>
              <a:prstDash val="solid"/>
              <a:miter lim="800000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/>
            <a:lstStyle/>
            <a:p>
              <a:r>
                <a:rPr lang="it-IT">
                  <a:solidFill>
                    <a:srgbClr val="00B050"/>
                  </a:solidFill>
                </a:rPr>
                <a:t> </a:t>
              </a:r>
            </a:p>
          </p:txBody>
        </p:sp>
        <p:sp>
          <p:nvSpPr>
            <p:cNvPr id="16" name="Ovale 15">
              <a:extLst>
                <a:ext uri="{FF2B5EF4-FFF2-40B4-BE49-F238E27FC236}">
                  <a16:creationId xmlns:a16="http://schemas.microsoft.com/office/drawing/2014/main" id="{9CBD6E00-B7D0-4E57-E7CE-1CBA2AE84F62}"/>
                </a:ext>
              </a:extLst>
            </p:cNvPr>
            <p:cNvSpPr/>
            <p:nvPr/>
          </p:nvSpPr>
          <p:spPr>
            <a:xfrm>
              <a:off x="5103043" y="4402217"/>
              <a:ext cx="116144" cy="101814"/>
            </a:xfrm>
            <a:prstGeom prst="ellipse">
              <a:avLst/>
            </a:prstGeom>
            <a:solidFill>
              <a:srgbClr val="0698D6"/>
            </a:solidFill>
            <a:ln w="6350" cap="flat" cmpd="sng" algn="ctr">
              <a:noFill/>
              <a:prstDash val="solid"/>
              <a:miter lim="800000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>
                <a:solidFill>
                  <a:srgbClr val="00B050"/>
                </a:solidFill>
              </a:endParaRPr>
            </a:p>
          </p:txBody>
        </p:sp>
        <p:sp>
          <p:nvSpPr>
            <p:cNvPr id="17" name="Ovale 16">
              <a:extLst>
                <a:ext uri="{FF2B5EF4-FFF2-40B4-BE49-F238E27FC236}">
                  <a16:creationId xmlns:a16="http://schemas.microsoft.com/office/drawing/2014/main" id="{67106097-736C-9978-7839-03B1CDB65BAD}"/>
                </a:ext>
              </a:extLst>
            </p:cNvPr>
            <p:cNvSpPr/>
            <p:nvPr/>
          </p:nvSpPr>
          <p:spPr>
            <a:xfrm>
              <a:off x="7264602" y="4406537"/>
              <a:ext cx="116144" cy="101814"/>
            </a:xfrm>
            <a:prstGeom prst="ellipse">
              <a:avLst/>
            </a:prstGeom>
            <a:solidFill>
              <a:srgbClr val="0698D6"/>
            </a:solidFill>
            <a:ln w="6350" cap="flat" cmpd="sng" algn="ctr">
              <a:noFill/>
              <a:prstDash val="solid"/>
              <a:miter lim="800000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>
                <a:solidFill>
                  <a:srgbClr val="00B050"/>
                </a:solidFill>
              </a:endParaRPr>
            </a:p>
          </p:txBody>
        </p:sp>
        <p:sp>
          <p:nvSpPr>
            <p:cNvPr id="18" name="Ovale 17">
              <a:extLst>
                <a:ext uri="{FF2B5EF4-FFF2-40B4-BE49-F238E27FC236}">
                  <a16:creationId xmlns:a16="http://schemas.microsoft.com/office/drawing/2014/main" id="{5664E000-262E-1A96-F2BC-465BF375DE53}"/>
                </a:ext>
              </a:extLst>
            </p:cNvPr>
            <p:cNvSpPr/>
            <p:nvPr/>
          </p:nvSpPr>
          <p:spPr>
            <a:xfrm>
              <a:off x="7953977" y="4406537"/>
              <a:ext cx="116144" cy="101814"/>
            </a:xfrm>
            <a:prstGeom prst="ellipse">
              <a:avLst/>
            </a:prstGeom>
            <a:solidFill>
              <a:srgbClr val="0698D6"/>
            </a:solidFill>
            <a:ln w="6350" cap="flat" cmpd="sng" algn="ctr">
              <a:noFill/>
              <a:prstDash val="solid"/>
              <a:miter lim="800000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>
                <a:solidFill>
                  <a:srgbClr val="00B050"/>
                </a:solidFill>
              </a:endParaRPr>
            </a:p>
          </p:txBody>
        </p:sp>
        <p:sp>
          <p:nvSpPr>
            <p:cNvPr id="19" name="Ovale 18">
              <a:extLst>
                <a:ext uri="{FF2B5EF4-FFF2-40B4-BE49-F238E27FC236}">
                  <a16:creationId xmlns:a16="http://schemas.microsoft.com/office/drawing/2014/main" id="{71D5F493-34C3-9B6A-0C1C-A92BF15B1355}"/>
                </a:ext>
              </a:extLst>
            </p:cNvPr>
            <p:cNvSpPr/>
            <p:nvPr/>
          </p:nvSpPr>
          <p:spPr>
            <a:xfrm>
              <a:off x="9317167" y="4406537"/>
              <a:ext cx="116144" cy="101814"/>
            </a:xfrm>
            <a:prstGeom prst="ellipse">
              <a:avLst/>
            </a:prstGeom>
            <a:solidFill>
              <a:srgbClr val="0698D6"/>
            </a:solidFill>
            <a:ln w="6350" cap="flat" cmpd="sng" algn="ctr">
              <a:noFill/>
              <a:prstDash val="solid"/>
              <a:miter lim="800000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>
                <a:solidFill>
                  <a:srgbClr val="00B050"/>
                </a:solidFill>
              </a:endParaRPr>
            </a:p>
          </p:txBody>
        </p:sp>
        <p:sp>
          <p:nvSpPr>
            <p:cNvPr id="20" name="Ovale 19">
              <a:extLst>
                <a:ext uri="{FF2B5EF4-FFF2-40B4-BE49-F238E27FC236}">
                  <a16:creationId xmlns:a16="http://schemas.microsoft.com/office/drawing/2014/main" id="{6FCE0B6D-3688-110C-23AB-67B398CE2862}"/>
                </a:ext>
              </a:extLst>
            </p:cNvPr>
            <p:cNvSpPr/>
            <p:nvPr/>
          </p:nvSpPr>
          <p:spPr>
            <a:xfrm>
              <a:off x="10006542" y="4406537"/>
              <a:ext cx="116144" cy="101814"/>
            </a:xfrm>
            <a:prstGeom prst="ellipse">
              <a:avLst/>
            </a:prstGeom>
            <a:solidFill>
              <a:srgbClr val="0698D6"/>
            </a:solidFill>
            <a:ln w="6350" cap="flat" cmpd="sng" algn="ctr">
              <a:noFill/>
              <a:prstDash val="solid"/>
              <a:miter lim="800000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>
                <a:solidFill>
                  <a:srgbClr val="00B050"/>
                </a:solidFill>
              </a:endParaRPr>
            </a:p>
          </p:txBody>
        </p:sp>
        <p:sp>
          <p:nvSpPr>
            <p:cNvPr id="21" name="Ovale 20">
              <a:extLst>
                <a:ext uri="{FF2B5EF4-FFF2-40B4-BE49-F238E27FC236}">
                  <a16:creationId xmlns:a16="http://schemas.microsoft.com/office/drawing/2014/main" id="{02725B68-3341-D13F-B553-6CEC284F2C3F}"/>
                </a:ext>
              </a:extLst>
            </p:cNvPr>
            <p:cNvSpPr/>
            <p:nvPr/>
          </p:nvSpPr>
          <p:spPr>
            <a:xfrm>
              <a:off x="11383686" y="4406537"/>
              <a:ext cx="116144" cy="101814"/>
            </a:xfrm>
            <a:prstGeom prst="ellipse">
              <a:avLst/>
            </a:prstGeom>
            <a:solidFill>
              <a:srgbClr val="0698D6"/>
            </a:solidFill>
            <a:ln w="6350" cap="flat" cmpd="sng" algn="ctr">
              <a:noFill/>
              <a:prstDash val="solid"/>
              <a:miter lim="800000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>
                <a:solidFill>
                  <a:srgbClr val="00B050"/>
                </a:solidFill>
              </a:endParaRPr>
            </a:p>
          </p:txBody>
        </p:sp>
        <p:sp>
          <p:nvSpPr>
            <p:cNvPr id="22" name="Ovale 21">
              <a:extLst>
                <a:ext uri="{FF2B5EF4-FFF2-40B4-BE49-F238E27FC236}">
                  <a16:creationId xmlns:a16="http://schemas.microsoft.com/office/drawing/2014/main" id="{E8FB01C6-D37A-3A42-C8D6-1B81FCAFDB1E}"/>
                </a:ext>
              </a:extLst>
            </p:cNvPr>
            <p:cNvSpPr/>
            <p:nvPr/>
          </p:nvSpPr>
          <p:spPr>
            <a:xfrm>
              <a:off x="10702091" y="4406537"/>
              <a:ext cx="116144" cy="101814"/>
            </a:xfrm>
            <a:prstGeom prst="ellipse">
              <a:avLst/>
            </a:prstGeom>
            <a:solidFill>
              <a:srgbClr val="0698D6"/>
            </a:solidFill>
            <a:ln w="6350" cap="flat" cmpd="sng" algn="ctr">
              <a:noFill/>
              <a:prstDash val="solid"/>
              <a:miter lim="800000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>
                <a:solidFill>
                  <a:srgbClr val="00B050"/>
                </a:solidFill>
              </a:endParaRPr>
            </a:p>
          </p:txBody>
        </p:sp>
        <p:sp>
          <p:nvSpPr>
            <p:cNvPr id="23" name="Ovale 22">
              <a:extLst>
                <a:ext uri="{FF2B5EF4-FFF2-40B4-BE49-F238E27FC236}">
                  <a16:creationId xmlns:a16="http://schemas.microsoft.com/office/drawing/2014/main" id="{B8645B07-CFBF-E6C4-8832-D92CF0B5E852}"/>
                </a:ext>
              </a:extLst>
            </p:cNvPr>
            <p:cNvSpPr/>
            <p:nvPr/>
          </p:nvSpPr>
          <p:spPr>
            <a:xfrm>
              <a:off x="12065281" y="4406537"/>
              <a:ext cx="116144" cy="101814"/>
            </a:xfrm>
            <a:prstGeom prst="ellipse">
              <a:avLst/>
            </a:prstGeom>
            <a:solidFill>
              <a:srgbClr val="0698D6"/>
            </a:solidFill>
            <a:ln w="6350" cap="flat" cmpd="sng" algn="ctr">
              <a:noFill/>
              <a:prstDash val="solid"/>
              <a:miter lim="800000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>
                <a:solidFill>
                  <a:srgbClr val="00B050"/>
                </a:solidFill>
              </a:endParaRPr>
            </a:p>
          </p:txBody>
        </p:sp>
        <p:sp>
          <p:nvSpPr>
            <p:cNvPr id="25" name="Figura a mano libera: forma 24">
              <a:extLst>
                <a:ext uri="{FF2B5EF4-FFF2-40B4-BE49-F238E27FC236}">
                  <a16:creationId xmlns:a16="http://schemas.microsoft.com/office/drawing/2014/main" id="{0EEDA2FB-0490-1BAB-7C38-533842E2528B}"/>
                </a:ext>
              </a:extLst>
            </p:cNvPr>
            <p:cNvSpPr/>
            <p:nvPr/>
          </p:nvSpPr>
          <p:spPr>
            <a:xfrm>
              <a:off x="6072956" y="3365813"/>
              <a:ext cx="1113641" cy="561618"/>
            </a:xfrm>
            <a:custGeom>
              <a:avLst/>
              <a:gdLst>
                <a:gd name="connsiteX0" fmla="*/ 0 w 3035230"/>
                <a:gd name="connsiteY0" fmla="*/ 0 h 1714195"/>
                <a:gd name="connsiteX1" fmla="*/ 3035230 w 3035230"/>
                <a:gd name="connsiteY1" fmla="*/ 0 h 1714195"/>
                <a:gd name="connsiteX2" fmla="*/ 3035230 w 3035230"/>
                <a:gd name="connsiteY2" fmla="*/ 1714195 h 1714195"/>
                <a:gd name="connsiteX3" fmla="*/ 0 w 3035230"/>
                <a:gd name="connsiteY3" fmla="*/ 1714195 h 1714195"/>
                <a:gd name="connsiteX4" fmla="*/ 0 w 3035230"/>
                <a:gd name="connsiteY4" fmla="*/ 0 h 1714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35230" h="1714195">
                  <a:moveTo>
                    <a:pt x="0" y="0"/>
                  </a:moveTo>
                  <a:lnTo>
                    <a:pt x="3035230" y="0"/>
                  </a:lnTo>
                  <a:lnTo>
                    <a:pt x="3035230" y="1714195"/>
                  </a:lnTo>
                  <a:lnTo>
                    <a:pt x="0" y="1714195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95250" rIns="95250" bIns="142875" numCol="1" spcCol="1270" rtlCol="0" anchor="t" anchorCtr="0">
              <a:noAutofit/>
            </a:bodyPr>
            <a:lstStyle/>
            <a:p>
              <a:pPr marL="0" lvl="0" indent="0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it-IT" sz="1000" dirty="0">
                  <a:solidFill>
                    <a:srgbClr val="0698D6"/>
                  </a:solidFill>
                  <a:latin typeface="Libre Franklin" panose="00000500000000000000" pitchFamily="2" charset="0"/>
                </a:rPr>
                <a:t>Training</a:t>
              </a:r>
            </a:p>
            <a:p>
              <a:pPr marL="0" lvl="0" indent="0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it-IT" sz="1000" kern="1200" noProof="0" dirty="0">
                  <a:solidFill>
                    <a:srgbClr val="0698D6"/>
                  </a:solidFill>
                  <a:latin typeface="Libre Franklin" panose="00000500000000000000" pitchFamily="2" charset="0"/>
                </a:rPr>
                <a:t>session</a:t>
              </a:r>
            </a:p>
          </p:txBody>
        </p:sp>
        <p:cxnSp>
          <p:nvCxnSpPr>
            <p:cNvPr id="26" name="Connettore diritto 25">
              <a:extLst>
                <a:ext uri="{FF2B5EF4-FFF2-40B4-BE49-F238E27FC236}">
                  <a16:creationId xmlns:a16="http://schemas.microsoft.com/office/drawing/2014/main" id="{ED78BDF1-3B01-AA2E-D50E-3B0F3E20EFF2}"/>
                </a:ext>
              </a:extLst>
            </p:cNvPr>
            <p:cNvCxnSpPr>
              <a:cxnSpLocks/>
              <a:stCxn id="44" idx="7"/>
            </p:cNvCxnSpPr>
            <p:nvPr/>
          </p:nvCxnSpPr>
          <p:spPr>
            <a:xfrm>
              <a:off x="5919400" y="3325962"/>
              <a:ext cx="206" cy="108057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Ovale 26">
              <a:extLst>
                <a:ext uri="{FF2B5EF4-FFF2-40B4-BE49-F238E27FC236}">
                  <a16:creationId xmlns:a16="http://schemas.microsoft.com/office/drawing/2014/main" id="{069EA740-D8D9-23FC-399A-982FD20C7AC4}"/>
                </a:ext>
              </a:extLst>
            </p:cNvPr>
            <p:cNvSpPr/>
            <p:nvPr/>
          </p:nvSpPr>
          <p:spPr>
            <a:xfrm>
              <a:off x="5859243" y="3375895"/>
              <a:ext cx="116144" cy="101814"/>
            </a:xfrm>
            <a:prstGeom prst="ellipse">
              <a:avLst/>
            </a:prstGeom>
            <a:solidFill>
              <a:srgbClr val="0698D6"/>
            </a:solidFill>
            <a:ln w="6350" cap="flat" cmpd="sng" algn="ctr">
              <a:noFill/>
              <a:prstDash val="solid"/>
              <a:miter lim="800000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/>
            <a:lstStyle/>
            <a:p>
              <a:r>
                <a:rPr lang="it-IT">
                  <a:solidFill>
                    <a:srgbClr val="00B050"/>
                  </a:solidFill>
                </a:rPr>
                <a:t> </a:t>
              </a:r>
            </a:p>
          </p:txBody>
        </p:sp>
        <p:sp>
          <p:nvSpPr>
            <p:cNvPr id="28" name="Figura a mano libera: forma 27">
              <a:extLst>
                <a:ext uri="{FF2B5EF4-FFF2-40B4-BE49-F238E27FC236}">
                  <a16:creationId xmlns:a16="http://schemas.microsoft.com/office/drawing/2014/main" id="{A9BEDCF7-CD3C-C646-5ED2-B48114B8FB6C}"/>
                </a:ext>
              </a:extLst>
            </p:cNvPr>
            <p:cNvSpPr/>
            <p:nvPr/>
          </p:nvSpPr>
          <p:spPr>
            <a:xfrm>
              <a:off x="5730801" y="2725970"/>
              <a:ext cx="1584847" cy="565632"/>
            </a:xfrm>
            <a:custGeom>
              <a:avLst/>
              <a:gdLst>
                <a:gd name="connsiteX0" fmla="*/ 0 w 3035230"/>
                <a:gd name="connsiteY0" fmla="*/ 0 h 602284"/>
                <a:gd name="connsiteX1" fmla="*/ 3035230 w 3035230"/>
                <a:gd name="connsiteY1" fmla="*/ 0 h 602284"/>
                <a:gd name="connsiteX2" fmla="*/ 3035230 w 3035230"/>
                <a:gd name="connsiteY2" fmla="*/ 602284 h 602284"/>
                <a:gd name="connsiteX3" fmla="*/ 0 w 3035230"/>
                <a:gd name="connsiteY3" fmla="*/ 602284 h 602284"/>
                <a:gd name="connsiteX4" fmla="*/ 0 w 3035230"/>
                <a:gd name="connsiteY4" fmla="*/ 0 h 602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35230" h="602284">
                  <a:moveTo>
                    <a:pt x="0" y="0"/>
                  </a:moveTo>
                  <a:lnTo>
                    <a:pt x="3035230" y="0"/>
                  </a:lnTo>
                  <a:lnTo>
                    <a:pt x="3035230" y="602284"/>
                  </a:lnTo>
                  <a:lnTo>
                    <a:pt x="0" y="602284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127000" bIns="0" numCol="1" spcCol="1270" rtlCol="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  <a:defRPr b="1"/>
              </a:pPr>
              <a:r>
                <a:rPr lang="it-IT" sz="2000" dirty="0">
                  <a:solidFill>
                    <a:srgbClr val="0698D6"/>
                  </a:solidFill>
                  <a:latin typeface="Libre Franklin" panose="00000500000000000000" pitchFamily="2" charset="0"/>
                </a:rPr>
                <a:t>April</a:t>
              </a:r>
            </a:p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  <a:defRPr b="1"/>
              </a:pPr>
              <a:r>
                <a:rPr lang="it-IT" sz="2000" dirty="0">
                  <a:solidFill>
                    <a:srgbClr val="0698D6"/>
                  </a:solidFill>
                  <a:latin typeface="Libre Franklin" panose="00000500000000000000" pitchFamily="2" charset="0"/>
                </a:rPr>
                <a:t>2027</a:t>
              </a:r>
              <a:endParaRPr lang="it-IT" sz="2000" b="0" kern="1200" noProof="0" dirty="0">
                <a:solidFill>
                  <a:srgbClr val="0698D6"/>
                </a:solidFill>
                <a:latin typeface="Libre Franklin" panose="00000500000000000000" pitchFamily="2" charset="0"/>
              </a:endParaRPr>
            </a:p>
          </p:txBody>
        </p:sp>
        <p:grpSp>
          <p:nvGrpSpPr>
            <p:cNvPr id="29" name="Gruppo 28">
              <a:extLst>
                <a:ext uri="{FF2B5EF4-FFF2-40B4-BE49-F238E27FC236}">
                  <a16:creationId xmlns:a16="http://schemas.microsoft.com/office/drawing/2014/main" id="{1BA579BA-4341-CB86-D750-1D5BDC5AE095}"/>
                </a:ext>
              </a:extLst>
            </p:cNvPr>
            <p:cNvGrpSpPr/>
            <p:nvPr/>
          </p:nvGrpSpPr>
          <p:grpSpPr>
            <a:xfrm>
              <a:off x="5695760" y="2736825"/>
              <a:ext cx="456257" cy="445219"/>
              <a:chOff x="5114014" y="2736825"/>
              <a:chExt cx="456257" cy="445219"/>
            </a:xfrm>
          </p:grpSpPr>
          <p:sp>
            <p:nvSpPr>
              <p:cNvPr id="44" name="Goccia 43">
                <a:extLst>
                  <a:ext uri="{FF2B5EF4-FFF2-40B4-BE49-F238E27FC236}">
                    <a16:creationId xmlns:a16="http://schemas.microsoft.com/office/drawing/2014/main" id="{2FA0EC04-7F29-439D-05AF-18730E4F4598}"/>
                  </a:ext>
                </a:extLst>
              </p:cNvPr>
              <p:cNvSpPr/>
              <p:nvPr/>
            </p:nvSpPr>
            <p:spPr>
              <a:xfrm rot="8100000">
                <a:off x="5114014" y="2736825"/>
                <a:ext cx="456257" cy="445219"/>
              </a:xfrm>
              <a:prstGeom prst="teardrop">
                <a:avLst>
                  <a:gd name="adj" fmla="val 115000"/>
                </a:avLst>
              </a:prstGeom>
              <a:solidFill>
                <a:srgbClr val="0698D6"/>
              </a:solidFill>
              <a:ln>
                <a:noFill/>
              </a:ln>
            </p:spPr>
            <p:style>
              <a:lnRef idx="2">
                <a:scrgbClr r="0" g="0" b="0"/>
              </a:lnRef>
              <a:fillRef idx="1">
                <a:scrgbClr r="0" g="0" b="0"/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it-IT">
                  <a:solidFill>
                    <a:srgbClr val="00B050"/>
                  </a:solidFill>
                </a:endParaRPr>
              </a:p>
            </p:txBody>
          </p:sp>
          <p:sp>
            <p:nvSpPr>
              <p:cNvPr id="45" name="Cerchio vuoto 44">
                <a:extLst>
                  <a:ext uri="{FF2B5EF4-FFF2-40B4-BE49-F238E27FC236}">
                    <a16:creationId xmlns:a16="http://schemas.microsoft.com/office/drawing/2014/main" id="{6248A4F2-8CA1-750B-12FB-A9BDCBB07259}"/>
                  </a:ext>
                </a:extLst>
              </p:cNvPr>
              <p:cNvSpPr/>
              <p:nvPr/>
            </p:nvSpPr>
            <p:spPr>
              <a:xfrm>
                <a:off x="5158126" y="2792393"/>
                <a:ext cx="354885" cy="359482"/>
              </a:xfrm>
              <a:prstGeom prst="donut">
                <a:avLst/>
              </a:prstGeom>
              <a:solidFill>
                <a:schemeClr val="lt1">
                  <a:hueOff val="0"/>
                  <a:satOff val="0"/>
                  <a:lumOff val="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rgbClr r="0" g="0" b="0"/>
              </a:lnRef>
              <a:fillRef idx="1">
                <a:scrgbClr r="0" g="0" b="0"/>
              </a:fillRef>
              <a:effectRef idx="0">
                <a:scrgbClr r="0" g="0" b="0"/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it-IT">
                  <a:solidFill>
                    <a:srgbClr val="00B050"/>
                  </a:solidFill>
                </a:endParaRPr>
              </a:p>
            </p:txBody>
          </p:sp>
        </p:grpSp>
        <p:sp>
          <p:nvSpPr>
            <p:cNvPr id="32" name="Goccia 31">
              <a:extLst>
                <a:ext uri="{FF2B5EF4-FFF2-40B4-BE49-F238E27FC236}">
                  <a16:creationId xmlns:a16="http://schemas.microsoft.com/office/drawing/2014/main" id="{1D4BB2D5-1E77-BF53-4220-E451252F4A9D}"/>
                </a:ext>
              </a:extLst>
            </p:cNvPr>
            <p:cNvSpPr/>
            <p:nvPr/>
          </p:nvSpPr>
          <p:spPr>
            <a:xfrm rot="8100000">
              <a:off x="3647556" y="2695324"/>
              <a:ext cx="456257" cy="445219"/>
            </a:xfrm>
            <a:prstGeom prst="teardrop">
              <a:avLst>
                <a:gd name="adj" fmla="val 11500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it-IT">
                <a:solidFill>
                  <a:srgbClr val="00B050"/>
                </a:solidFill>
              </a:endParaRPr>
            </a:p>
          </p:txBody>
        </p:sp>
        <p:sp>
          <p:nvSpPr>
            <p:cNvPr id="33" name="Ovale 32">
              <a:extLst>
                <a:ext uri="{FF2B5EF4-FFF2-40B4-BE49-F238E27FC236}">
                  <a16:creationId xmlns:a16="http://schemas.microsoft.com/office/drawing/2014/main" id="{ECA105BD-FA67-6958-2379-55E38F00D609}"/>
                </a:ext>
              </a:extLst>
            </p:cNvPr>
            <p:cNvSpPr/>
            <p:nvPr/>
          </p:nvSpPr>
          <p:spPr>
            <a:xfrm>
              <a:off x="8631129" y="4402217"/>
              <a:ext cx="116144" cy="101814"/>
            </a:xfrm>
            <a:prstGeom prst="ellipse">
              <a:avLst/>
            </a:prstGeom>
            <a:solidFill>
              <a:srgbClr val="0698D6"/>
            </a:solidFill>
            <a:ln w="6350" cap="flat" cmpd="sng" algn="ctr">
              <a:noFill/>
              <a:prstDash val="solid"/>
              <a:miter lim="800000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>
                <a:solidFill>
                  <a:srgbClr val="00B050"/>
                </a:solidFill>
              </a:endParaRPr>
            </a:p>
          </p:txBody>
        </p:sp>
        <p:sp>
          <p:nvSpPr>
            <p:cNvPr id="38" name="Ovale 37">
              <a:extLst>
                <a:ext uri="{FF2B5EF4-FFF2-40B4-BE49-F238E27FC236}">
                  <a16:creationId xmlns:a16="http://schemas.microsoft.com/office/drawing/2014/main" id="{E007FF1E-A2DC-E378-C53C-8813DA473452}"/>
                </a:ext>
              </a:extLst>
            </p:cNvPr>
            <p:cNvSpPr/>
            <p:nvPr/>
          </p:nvSpPr>
          <p:spPr>
            <a:xfrm>
              <a:off x="3817205" y="3347099"/>
              <a:ext cx="116144" cy="101814"/>
            </a:xfrm>
            <a:prstGeom prst="ellipse">
              <a:avLst/>
            </a:prstGeom>
            <a:solidFill>
              <a:schemeClr val="tx1"/>
            </a:solidFill>
            <a:ln w="6350" cap="flat" cmpd="sng" algn="ctr">
              <a:noFill/>
              <a:prstDash val="solid"/>
              <a:miter lim="800000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>
                <a:solidFill>
                  <a:srgbClr val="00B050"/>
                </a:solidFill>
              </a:endParaRPr>
            </a:p>
          </p:txBody>
        </p:sp>
        <p:sp>
          <p:nvSpPr>
            <p:cNvPr id="39" name="Ovale 38">
              <a:extLst>
                <a:ext uri="{FF2B5EF4-FFF2-40B4-BE49-F238E27FC236}">
                  <a16:creationId xmlns:a16="http://schemas.microsoft.com/office/drawing/2014/main" id="{A2F54ADC-D34F-A21F-C991-8121AC8804A9}"/>
                </a:ext>
              </a:extLst>
            </p:cNvPr>
            <p:cNvSpPr/>
            <p:nvPr/>
          </p:nvSpPr>
          <p:spPr>
            <a:xfrm>
              <a:off x="5840168" y="4396955"/>
              <a:ext cx="116144" cy="101814"/>
            </a:xfrm>
            <a:prstGeom prst="ellipse">
              <a:avLst/>
            </a:prstGeom>
            <a:solidFill>
              <a:srgbClr val="0698D6"/>
            </a:solidFill>
            <a:ln w="6350" cap="flat" cmpd="sng" algn="ctr">
              <a:noFill/>
              <a:prstDash val="solid"/>
              <a:miter lim="800000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>
                <a:solidFill>
                  <a:srgbClr val="00B050"/>
                </a:solidFill>
              </a:endParaRPr>
            </a:p>
          </p:txBody>
        </p:sp>
        <p:sp>
          <p:nvSpPr>
            <p:cNvPr id="40" name="Ovale 39">
              <a:extLst>
                <a:ext uri="{FF2B5EF4-FFF2-40B4-BE49-F238E27FC236}">
                  <a16:creationId xmlns:a16="http://schemas.microsoft.com/office/drawing/2014/main" id="{05E2C442-822B-3D6B-B546-6DAD9F1F5221}"/>
                </a:ext>
              </a:extLst>
            </p:cNvPr>
            <p:cNvSpPr/>
            <p:nvPr/>
          </p:nvSpPr>
          <p:spPr>
            <a:xfrm>
              <a:off x="6529543" y="4396955"/>
              <a:ext cx="116144" cy="101814"/>
            </a:xfrm>
            <a:prstGeom prst="ellipse">
              <a:avLst/>
            </a:prstGeom>
            <a:solidFill>
              <a:srgbClr val="0698D6"/>
            </a:solidFill>
            <a:ln w="6350" cap="flat" cmpd="sng" algn="ctr">
              <a:noFill/>
              <a:prstDash val="solid"/>
              <a:miter lim="800000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>
                <a:solidFill>
                  <a:srgbClr val="00B050"/>
                </a:solidFill>
              </a:endParaRPr>
            </a:p>
          </p:txBody>
        </p:sp>
        <p:sp>
          <p:nvSpPr>
            <p:cNvPr id="42" name="Ovale 41">
              <a:extLst>
                <a:ext uri="{FF2B5EF4-FFF2-40B4-BE49-F238E27FC236}">
                  <a16:creationId xmlns:a16="http://schemas.microsoft.com/office/drawing/2014/main" id="{63387CD5-99BD-F853-39D9-39FCB1D1E403}"/>
                </a:ext>
              </a:extLst>
            </p:cNvPr>
            <p:cNvSpPr/>
            <p:nvPr/>
          </p:nvSpPr>
          <p:spPr>
            <a:xfrm>
              <a:off x="12650854" y="4406537"/>
              <a:ext cx="116144" cy="101814"/>
            </a:xfrm>
            <a:prstGeom prst="ellipse">
              <a:avLst/>
            </a:prstGeom>
            <a:solidFill>
              <a:schemeClr val="tx1"/>
            </a:solidFill>
            <a:ln w="6350" cap="flat" cmpd="sng" algn="ctr">
              <a:noFill/>
              <a:prstDash val="solid"/>
              <a:miter lim="800000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>
                <a:solidFill>
                  <a:srgbClr val="00B050"/>
                </a:solidFill>
              </a:endParaRPr>
            </a:p>
          </p:txBody>
        </p:sp>
      </p:grpSp>
      <p:cxnSp>
        <p:nvCxnSpPr>
          <p:cNvPr id="60" name="Connettore diritto 59">
            <a:extLst>
              <a:ext uri="{FF2B5EF4-FFF2-40B4-BE49-F238E27FC236}">
                <a16:creationId xmlns:a16="http://schemas.microsoft.com/office/drawing/2014/main" id="{B8D11CE6-34C4-A93B-5960-13172F41C409}"/>
              </a:ext>
            </a:extLst>
          </p:cNvPr>
          <p:cNvCxnSpPr>
            <a:cxnSpLocks/>
          </p:cNvCxnSpPr>
          <p:nvPr/>
        </p:nvCxnSpPr>
        <p:spPr>
          <a:xfrm>
            <a:off x="8008182" y="2482792"/>
            <a:ext cx="206" cy="10805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nettore diritto 56">
            <a:extLst>
              <a:ext uri="{FF2B5EF4-FFF2-40B4-BE49-F238E27FC236}">
                <a16:creationId xmlns:a16="http://schemas.microsoft.com/office/drawing/2014/main" id="{26D5D8FE-48E0-C237-5075-89FB3E5B54C7}"/>
              </a:ext>
            </a:extLst>
          </p:cNvPr>
          <p:cNvCxnSpPr>
            <a:cxnSpLocks/>
          </p:cNvCxnSpPr>
          <p:nvPr/>
        </p:nvCxnSpPr>
        <p:spPr>
          <a:xfrm>
            <a:off x="10060826" y="2473807"/>
            <a:ext cx="206" cy="10805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ttore diritto 69">
            <a:extLst>
              <a:ext uri="{FF2B5EF4-FFF2-40B4-BE49-F238E27FC236}">
                <a16:creationId xmlns:a16="http://schemas.microsoft.com/office/drawing/2014/main" id="{DA12808E-8106-C718-74B5-274EFD18EA61}"/>
              </a:ext>
            </a:extLst>
          </p:cNvPr>
          <p:cNvCxnSpPr>
            <a:cxnSpLocks/>
          </p:cNvCxnSpPr>
          <p:nvPr/>
        </p:nvCxnSpPr>
        <p:spPr>
          <a:xfrm>
            <a:off x="12096731" y="2390899"/>
            <a:ext cx="206" cy="10805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Goccia 63">
            <a:extLst>
              <a:ext uri="{FF2B5EF4-FFF2-40B4-BE49-F238E27FC236}">
                <a16:creationId xmlns:a16="http://schemas.microsoft.com/office/drawing/2014/main" id="{FB619CA3-42FE-1CC4-6137-8D114D742AD9}"/>
              </a:ext>
            </a:extLst>
          </p:cNvPr>
          <p:cNvSpPr/>
          <p:nvPr/>
        </p:nvSpPr>
        <p:spPr>
          <a:xfrm rot="8100000">
            <a:off x="7784539" y="1882900"/>
            <a:ext cx="456257" cy="445219"/>
          </a:xfrm>
          <a:prstGeom prst="teardrop">
            <a:avLst>
              <a:gd name="adj" fmla="val 115000"/>
            </a:avLst>
          </a:prstGeom>
          <a:solidFill>
            <a:srgbClr val="0698D6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it-IT">
              <a:solidFill>
                <a:srgbClr val="00B050"/>
              </a:solidFill>
            </a:endParaRPr>
          </a:p>
        </p:txBody>
      </p:sp>
      <p:cxnSp>
        <p:nvCxnSpPr>
          <p:cNvPr id="51" name="Connettore diritto 50">
            <a:extLst>
              <a:ext uri="{FF2B5EF4-FFF2-40B4-BE49-F238E27FC236}">
                <a16:creationId xmlns:a16="http://schemas.microsoft.com/office/drawing/2014/main" id="{1018F366-23B5-70BF-60E8-6A0C9354BF56}"/>
              </a:ext>
            </a:extLst>
          </p:cNvPr>
          <p:cNvCxnSpPr>
            <a:cxnSpLocks/>
          </p:cNvCxnSpPr>
          <p:nvPr/>
        </p:nvCxnSpPr>
        <p:spPr>
          <a:xfrm>
            <a:off x="3872747" y="2473818"/>
            <a:ext cx="206" cy="10805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2ED78B61-D74B-6F16-6161-511B14CD6C2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it-IT" sz="2800" dirty="0">
                <a:latin typeface="Libre Franklin" pitchFamily="2" charset="0"/>
              </a:rPr>
              <a:t>🔜 Future features plan</a:t>
            </a:r>
            <a:endParaRPr lang="en-GB" sz="2800" dirty="0"/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75415AD9-4210-6691-4C85-A61A5F228EE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it-IT" dirty="0"/>
              <a:t>Future features </a:t>
            </a:r>
            <a:r>
              <a:rPr lang="it-IT" dirty="0" err="1"/>
              <a:t>gantt</a:t>
            </a:r>
            <a:endParaRPr lang="it-IT" dirty="0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AD1197F1-807D-C5FA-FD3F-2AC951F7ABEC}"/>
              </a:ext>
            </a:extLst>
          </p:cNvPr>
          <p:cNvSpPr txBox="1"/>
          <p:nvPr/>
        </p:nvSpPr>
        <p:spPr>
          <a:xfrm>
            <a:off x="7315200" y="7335694"/>
            <a:ext cx="7315200" cy="327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  <a:buNone/>
            </a:pPr>
            <a:r>
              <a:rPr lang="it-IT" sz="14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Libre Franklin" panose="00000500000000000000" pitchFamily="2" charset="0"/>
                <a:ea typeface="Calibri" panose="020F0502020204030204" pitchFamily="34" charset="0"/>
                <a:cs typeface="Arial" panose="020B0604020202020204" pitchFamily="34" charset="0"/>
              </a:rPr>
              <a:t>See «</a:t>
            </a:r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Libre Franklin" panose="00000500000000000000" pitchFamily="2" charset="0"/>
                <a:ea typeface="Calibri" panose="020F0502020204030204" pitchFamily="34" charset="0"/>
                <a:cs typeface="Arial" panose="020B0604020202020204" pitchFamily="34" charset="0"/>
              </a:rPr>
              <a:t>3.1	General description of project</a:t>
            </a:r>
            <a:r>
              <a:rPr lang="it-IT" sz="14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Libre Franklin" panose="00000500000000000000" pitchFamily="2" charset="0"/>
                <a:ea typeface="Calibri" panose="020F0502020204030204" pitchFamily="34" charset="0"/>
                <a:cs typeface="Arial" panose="020B0604020202020204" pitchFamily="34" charset="0"/>
              </a:rPr>
              <a:t>»</a:t>
            </a:r>
            <a:endParaRPr lang="it-IT" sz="1400" dirty="0">
              <a:effectLst/>
              <a:latin typeface="Libre Franklin Light" panose="00000400000000000000" pitchFamily="2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3" name="Shape 2674">
            <a:extLst>
              <a:ext uri="{FF2B5EF4-FFF2-40B4-BE49-F238E27FC236}">
                <a16:creationId xmlns:a16="http://schemas.microsoft.com/office/drawing/2014/main" id="{1991C20A-9A8C-010B-3805-29A027D435EB}"/>
              </a:ext>
            </a:extLst>
          </p:cNvPr>
          <p:cNvSpPr/>
          <p:nvPr/>
        </p:nvSpPr>
        <p:spPr>
          <a:xfrm>
            <a:off x="574519" y="5413701"/>
            <a:ext cx="13380166" cy="4801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54862" tIns="54862" rIns="54862" bIns="54862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it-IT" sz="2400" dirty="0">
                <a:latin typeface="Libre Franklin" pitchFamily="2" charset="0"/>
              </a:rPr>
              <a:t>New </a:t>
            </a:r>
            <a:r>
              <a:rPr lang="it-IT" sz="2400" dirty="0" err="1">
                <a:latin typeface="Libre Franklin" pitchFamily="2" charset="0"/>
              </a:rPr>
              <a:t>modules</a:t>
            </a:r>
            <a:r>
              <a:rPr lang="it-IT" sz="2400" dirty="0">
                <a:latin typeface="Libre Franklin" pitchFamily="2" charset="0"/>
              </a:rPr>
              <a:t> </a:t>
            </a:r>
            <a:r>
              <a:rPr lang="it-IT" sz="2400" dirty="0" err="1">
                <a:latin typeface="Libre Franklin" pitchFamily="2" charset="0"/>
              </a:rPr>
              <a:t>available</a:t>
            </a:r>
            <a:r>
              <a:rPr lang="it-IT" sz="2400" dirty="0">
                <a:latin typeface="Libre Franklin" pitchFamily="2" charset="0"/>
              </a:rPr>
              <a:t> </a:t>
            </a:r>
            <a:r>
              <a:rPr lang="it-IT" sz="2400" dirty="0" err="1">
                <a:latin typeface="Libre Franklin" pitchFamily="2" charset="0"/>
              </a:rPr>
              <a:t>starting</a:t>
            </a:r>
            <a:r>
              <a:rPr lang="it-IT" sz="2400" dirty="0">
                <a:latin typeface="Libre Franklin" pitchFamily="2" charset="0"/>
              </a:rPr>
              <a:t> from Q1 2027</a:t>
            </a:r>
            <a:endParaRPr lang="en-IN" sz="2400" dirty="0">
              <a:latin typeface="Libre Franklin" pitchFamily="2" charset="0"/>
            </a:endParaRPr>
          </a:p>
        </p:txBody>
      </p:sp>
      <p:sp>
        <p:nvSpPr>
          <p:cNvPr id="47" name="Figura a mano libera: forma 46">
            <a:extLst>
              <a:ext uri="{FF2B5EF4-FFF2-40B4-BE49-F238E27FC236}">
                <a16:creationId xmlns:a16="http://schemas.microsoft.com/office/drawing/2014/main" id="{DA39927D-6ACC-D35E-DB11-88EA67A2237F}"/>
              </a:ext>
            </a:extLst>
          </p:cNvPr>
          <p:cNvSpPr/>
          <p:nvPr/>
        </p:nvSpPr>
        <p:spPr>
          <a:xfrm>
            <a:off x="2571103" y="2287692"/>
            <a:ext cx="1906657" cy="565632"/>
          </a:xfrm>
          <a:custGeom>
            <a:avLst/>
            <a:gdLst>
              <a:gd name="connsiteX0" fmla="*/ 0 w 3035230"/>
              <a:gd name="connsiteY0" fmla="*/ 0 h 602284"/>
              <a:gd name="connsiteX1" fmla="*/ 3035230 w 3035230"/>
              <a:gd name="connsiteY1" fmla="*/ 0 h 602284"/>
              <a:gd name="connsiteX2" fmla="*/ 3035230 w 3035230"/>
              <a:gd name="connsiteY2" fmla="*/ 602284 h 602284"/>
              <a:gd name="connsiteX3" fmla="*/ 0 w 3035230"/>
              <a:gd name="connsiteY3" fmla="*/ 602284 h 602284"/>
              <a:gd name="connsiteX4" fmla="*/ 0 w 3035230"/>
              <a:gd name="connsiteY4" fmla="*/ 0 h 602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35230" h="602284">
                <a:moveTo>
                  <a:pt x="0" y="0"/>
                </a:moveTo>
                <a:lnTo>
                  <a:pt x="3035230" y="0"/>
                </a:lnTo>
                <a:lnTo>
                  <a:pt x="3035230" y="602284"/>
                </a:lnTo>
                <a:lnTo>
                  <a:pt x="0" y="60228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127000" bIns="0" numCol="1" spcCol="1270" rtlCol="0" anchor="ctr" anchorCtr="0">
            <a:noAutofit/>
          </a:bodyPr>
          <a:lstStyle/>
          <a:p>
            <a:pPr lvl="0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 b="1"/>
            </a:pPr>
            <a:r>
              <a:rPr lang="it-IT" sz="2000" dirty="0" err="1">
                <a:solidFill>
                  <a:srgbClr val="000000"/>
                </a:solidFill>
                <a:latin typeface="Libre Franklin" panose="00000500000000000000" pitchFamily="2" charset="0"/>
              </a:rPr>
              <a:t>January</a:t>
            </a:r>
            <a:r>
              <a:rPr lang="it-IT" sz="2000" dirty="0">
                <a:solidFill>
                  <a:srgbClr val="000000"/>
                </a:solidFill>
                <a:latin typeface="Libre Franklin" panose="00000500000000000000" pitchFamily="2" charset="0"/>
              </a:rPr>
              <a:t> </a:t>
            </a:r>
          </a:p>
          <a:p>
            <a:pPr lvl="0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 b="1"/>
            </a:pPr>
            <a:r>
              <a:rPr lang="it-IT" sz="2000" dirty="0">
                <a:solidFill>
                  <a:srgbClr val="000000"/>
                </a:solidFill>
                <a:latin typeface="Libre Franklin" panose="00000500000000000000" pitchFamily="2" charset="0"/>
              </a:rPr>
              <a:t>2027</a:t>
            </a:r>
          </a:p>
          <a:p>
            <a:pPr lvl="0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 b="1"/>
            </a:pPr>
            <a:r>
              <a:rPr lang="it-IT" sz="2000" b="1" dirty="0">
                <a:solidFill>
                  <a:srgbClr val="000000"/>
                </a:solidFill>
                <a:latin typeface="Libre Franklin" panose="00000500000000000000" pitchFamily="2" charset="0"/>
              </a:rPr>
              <a:t>Ready to </a:t>
            </a:r>
          </a:p>
          <a:p>
            <a:pPr lvl="0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 b="1"/>
            </a:pPr>
            <a:r>
              <a:rPr lang="it-IT" sz="2000" b="1" dirty="0">
                <a:solidFill>
                  <a:srgbClr val="000000"/>
                </a:solidFill>
                <a:latin typeface="Libre Franklin" panose="00000500000000000000" pitchFamily="2" charset="0"/>
              </a:rPr>
              <a:t>market</a:t>
            </a:r>
            <a:endParaRPr lang="it-IT" sz="2000" dirty="0">
              <a:solidFill>
                <a:srgbClr val="00B050"/>
              </a:solidFill>
              <a:latin typeface="Libre Franklin" panose="00000500000000000000" pitchFamily="2" charset="0"/>
            </a:endParaRPr>
          </a:p>
        </p:txBody>
      </p:sp>
      <p:sp>
        <p:nvSpPr>
          <p:cNvPr id="49" name="Cerchio vuoto 48">
            <a:extLst>
              <a:ext uri="{FF2B5EF4-FFF2-40B4-BE49-F238E27FC236}">
                <a16:creationId xmlns:a16="http://schemas.microsoft.com/office/drawing/2014/main" id="{CC1B6B48-DF15-240A-8ADD-05AADA5C4EF9}"/>
              </a:ext>
            </a:extLst>
          </p:cNvPr>
          <p:cNvSpPr/>
          <p:nvPr/>
        </p:nvSpPr>
        <p:spPr>
          <a:xfrm>
            <a:off x="3702909" y="1886629"/>
            <a:ext cx="354885" cy="359482"/>
          </a:xfrm>
          <a:prstGeom prst="donut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it-IT">
              <a:solidFill>
                <a:srgbClr val="00B050"/>
              </a:solidFill>
            </a:endParaRPr>
          </a:p>
        </p:txBody>
      </p:sp>
      <p:sp>
        <p:nvSpPr>
          <p:cNvPr id="54" name="Figura a mano libera: forma 53">
            <a:extLst>
              <a:ext uri="{FF2B5EF4-FFF2-40B4-BE49-F238E27FC236}">
                <a16:creationId xmlns:a16="http://schemas.microsoft.com/office/drawing/2014/main" id="{B71C9E79-6AA5-94D8-CEC7-B4A1614FD6FB}"/>
              </a:ext>
            </a:extLst>
          </p:cNvPr>
          <p:cNvSpPr/>
          <p:nvPr/>
        </p:nvSpPr>
        <p:spPr>
          <a:xfrm>
            <a:off x="10229256" y="2425998"/>
            <a:ext cx="1113641" cy="561618"/>
          </a:xfrm>
          <a:custGeom>
            <a:avLst/>
            <a:gdLst>
              <a:gd name="connsiteX0" fmla="*/ 0 w 3035230"/>
              <a:gd name="connsiteY0" fmla="*/ 0 h 1714195"/>
              <a:gd name="connsiteX1" fmla="*/ 3035230 w 3035230"/>
              <a:gd name="connsiteY1" fmla="*/ 0 h 1714195"/>
              <a:gd name="connsiteX2" fmla="*/ 3035230 w 3035230"/>
              <a:gd name="connsiteY2" fmla="*/ 1714195 h 1714195"/>
              <a:gd name="connsiteX3" fmla="*/ 0 w 3035230"/>
              <a:gd name="connsiteY3" fmla="*/ 1714195 h 1714195"/>
              <a:gd name="connsiteX4" fmla="*/ 0 w 3035230"/>
              <a:gd name="connsiteY4" fmla="*/ 0 h 17141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35230" h="1714195">
                <a:moveTo>
                  <a:pt x="0" y="0"/>
                </a:moveTo>
                <a:lnTo>
                  <a:pt x="3035230" y="0"/>
                </a:lnTo>
                <a:lnTo>
                  <a:pt x="3035230" y="1714195"/>
                </a:lnTo>
                <a:lnTo>
                  <a:pt x="0" y="171419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95250" rIns="95250" bIns="142875" numCol="1" spcCol="1270" rtlCol="0" anchor="t" anchorCtr="0">
            <a:noAutofit/>
          </a:bodyPr>
          <a:lstStyle/>
          <a:p>
            <a:pPr marL="0" lvl="0" indent="0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it-IT" sz="1000" dirty="0" err="1">
                <a:solidFill>
                  <a:srgbClr val="0698D6"/>
                </a:solidFill>
                <a:latin typeface="Libre Franklin" panose="00000500000000000000" pitchFamily="2" charset="0"/>
              </a:rPr>
              <a:t>Predictive</a:t>
            </a:r>
            <a:endParaRPr lang="it-IT" sz="1000" dirty="0">
              <a:solidFill>
                <a:srgbClr val="0698D6"/>
              </a:solidFill>
              <a:latin typeface="Libre Franklin" panose="00000500000000000000" pitchFamily="2" charset="0"/>
            </a:endParaRPr>
          </a:p>
          <a:p>
            <a:pPr marL="0" lvl="0" indent="0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it-IT" sz="1000" dirty="0" err="1">
                <a:solidFill>
                  <a:srgbClr val="0698D6"/>
                </a:solidFill>
                <a:latin typeface="Libre Franklin" panose="00000500000000000000" pitchFamily="2" charset="0"/>
              </a:rPr>
              <a:t>maointenance</a:t>
            </a:r>
            <a:endParaRPr lang="it-IT" sz="1000" dirty="0">
              <a:solidFill>
                <a:srgbClr val="0698D6"/>
              </a:solidFill>
              <a:latin typeface="Libre Franklin" panose="00000500000000000000" pitchFamily="2" charset="0"/>
            </a:endParaRPr>
          </a:p>
        </p:txBody>
      </p:sp>
      <p:sp>
        <p:nvSpPr>
          <p:cNvPr id="55" name="Ovale 54">
            <a:extLst>
              <a:ext uri="{FF2B5EF4-FFF2-40B4-BE49-F238E27FC236}">
                <a16:creationId xmlns:a16="http://schemas.microsoft.com/office/drawing/2014/main" id="{C8316DB1-0BF7-64EC-6499-A81DA173CAA8}"/>
              </a:ext>
            </a:extLst>
          </p:cNvPr>
          <p:cNvSpPr/>
          <p:nvPr/>
        </p:nvSpPr>
        <p:spPr>
          <a:xfrm>
            <a:off x="9982361" y="2523738"/>
            <a:ext cx="116144" cy="101814"/>
          </a:xfrm>
          <a:prstGeom prst="ellipse">
            <a:avLst/>
          </a:prstGeom>
          <a:solidFill>
            <a:srgbClr val="0698D6"/>
          </a:solidFill>
          <a:ln w="6350" cap="flat" cmpd="sng" algn="ctr">
            <a:noFill/>
            <a:prstDash val="solid"/>
            <a:miter lim="800000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r>
              <a:rPr lang="it-IT">
                <a:solidFill>
                  <a:srgbClr val="00B050"/>
                </a:solidFill>
              </a:rPr>
              <a:t> </a:t>
            </a:r>
          </a:p>
        </p:txBody>
      </p:sp>
      <p:sp>
        <p:nvSpPr>
          <p:cNvPr id="56" name="Goccia 55">
            <a:extLst>
              <a:ext uri="{FF2B5EF4-FFF2-40B4-BE49-F238E27FC236}">
                <a16:creationId xmlns:a16="http://schemas.microsoft.com/office/drawing/2014/main" id="{FABB3855-3849-B7E3-5015-DC23ADFF16D3}"/>
              </a:ext>
            </a:extLst>
          </p:cNvPr>
          <p:cNvSpPr/>
          <p:nvPr/>
        </p:nvSpPr>
        <p:spPr>
          <a:xfrm rot="8100000">
            <a:off x="9848760" y="1884668"/>
            <a:ext cx="456257" cy="445219"/>
          </a:xfrm>
          <a:prstGeom prst="teardrop">
            <a:avLst>
              <a:gd name="adj" fmla="val 115000"/>
            </a:avLst>
          </a:prstGeom>
          <a:solidFill>
            <a:srgbClr val="0698D6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it-IT">
              <a:solidFill>
                <a:srgbClr val="00B050"/>
              </a:solidFill>
            </a:endParaRPr>
          </a:p>
        </p:txBody>
      </p:sp>
      <p:sp>
        <p:nvSpPr>
          <p:cNvPr id="58" name="Cerchio vuoto 57">
            <a:extLst>
              <a:ext uri="{FF2B5EF4-FFF2-40B4-BE49-F238E27FC236}">
                <a16:creationId xmlns:a16="http://schemas.microsoft.com/office/drawing/2014/main" id="{8AE1987F-472D-7229-A5A6-7B51077C842A}"/>
              </a:ext>
            </a:extLst>
          </p:cNvPr>
          <p:cNvSpPr/>
          <p:nvPr/>
        </p:nvSpPr>
        <p:spPr>
          <a:xfrm>
            <a:off x="9903633" y="1951812"/>
            <a:ext cx="354885" cy="359482"/>
          </a:xfrm>
          <a:prstGeom prst="donut">
            <a:avLst/>
          </a:prstGeom>
          <a:solidFill>
            <a:schemeClr val="lt1">
              <a:hueOff val="0"/>
              <a:satOff val="0"/>
              <a:lumOff val="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it-IT">
              <a:solidFill>
                <a:srgbClr val="00B050"/>
              </a:solidFill>
            </a:endParaRPr>
          </a:p>
        </p:txBody>
      </p:sp>
      <p:sp>
        <p:nvSpPr>
          <p:cNvPr id="59" name="Figura a mano libera: forma 58">
            <a:extLst>
              <a:ext uri="{FF2B5EF4-FFF2-40B4-BE49-F238E27FC236}">
                <a16:creationId xmlns:a16="http://schemas.microsoft.com/office/drawing/2014/main" id="{78426D27-6779-E1AF-D4EB-FBC549B24B48}"/>
              </a:ext>
            </a:extLst>
          </p:cNvPr>
          <p:cNvSpPr/>
          <p:nvPr/>
        </p:nvSpPr>
        <p:spPr>
          <a:xfrm>
            <a:off x="8145331" y="2477782"/>
            <a:ext cx="1113641" cy="561618"/>
          </a:xfrm>
          <a:custGeom>
            <a:avLst/>
            <a:gdLst>
              <a:gd name="connsiteX0" fmla="*/ 0 w 3035230"/>
              <a:gd name="connsiteY0" fmla="*/ 0 h 1714195"/>
              <a:gd name="connsiteX1" fmla="*/ 3035230 w 3035230"/>
              <a:gd name="connsiteY1" fmla="*/ 0 h 1714195"/>
              <a:gd name="connsiteX2" fmla="*/ 3035230 w 3035230"/>
              <a:gd name="connsiteY2" fmla="*/ 1714195 h 1714195"/>
              <a:gd name="connsiteX3" fmla="*/ 0 w 3035230"/>
              <a:gd name="connsiteY3" fmla="*/ 1714195 h 1714195"/>
              <a:gd name="connsiteX4" fmla="*/ 0 w 3035230"/>
              <a:gd name="connsiteY4" fmla="*/ 0 h 17141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35230" h="1714195">
                <a:moveTo>
                  <a:pt x="0" y="0"/>
                </a:moveTo>
                <a:lnTo>
                  <a:pt x="3035230" y="0"/>
                </a:lnTo>
                <a:lnTo>
                  <a:pt x="3035230" y="1714195"/>
                </a:lnTo>
                <a:lnTo>
                  <a:pt x="0" y="171419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95250" rIns="95250" bIns="142875" numCol="1" spcCol="1270" rtlCol="0" anchor="t" anchorCtr="0">
            <a:noAutofit/>
          </a:bodyPr>
          <a:lstStyle/>
          <a:p>
            <a:pPr marL="0" lvl="0" indent="0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it-IT" sz="1000" kern="1200" noProof="0" dirty="0" err="1">
                <a:solidFill>
                  <a:srgbClr val="0698D6"/>
                </a:solidFill>
                <a:latin typeface="Libre Franklin" panose="00000500000000000000" pitchFamily="2" charset="0"/>
              </a:rPr>
              <a:t>Directional</a:t>
            </a:r>
            <a:endParaRPr lang="it-IT" sz="1000" dirty="0">
              <a:solidFill>
                <a:srgbClr val="0698D6"/>
              </a:solidFill>
              <a:latin typeface="Libre Franklin" panose="00000500000000000000" pitchFamily="2" charset="0"/>
            </a:endParaRPr>
          </a:p>
          <a:p>
            <a:pPr marL="0" lvl="0" indent="0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it-IT" sz="1000" kern="1200" noProof="0" dirty="0">
                <a:solidFill>
                  <a:srgbClr val="0698D6"/>
                </a:solidFill>
                <a:latin typeface="Libre Franklin" panose="00000500000000000000" pitchFamily="2" charset="0"/>
              </a:rPr>
              <a:t>Reporting</a:t>
            </a:r>
          </a:p>
        </p:txBody>
      </p:sp>
      <p:sp>
        <p:nvSpPr>
          <p:cNvPr id="61" name="Ovale 60">
            <a:extLst>
              <a:ext uri="{FF2B5EF4-FFF2-40B4-BE49-F238E27FC236}">
                <a16:creationId xmlns:a16="http://schemas.microsoft.com/office/drawing/2014/main" id="{CC14F88A-4C35-BFC5-5A47-478CB72AFDF2}"/>
              </a:ext>
            </a:extLst>
          </p:cNvPr>
          <p:cNvSpPr/>
          <p:nvPr/>
        </p:nvSpPr>
        <p:spPr>
          <a:xfrm>
            <a:off x="7948025" y="2532725"/>
            <a:ext cx="116144" cy="101814"/>
          </a:xfrm>
          <a:prstGeom prst="ellipse">
            <a:avLst/>
          </a:prstGeom>
          <a:solidFill>
            <a:srgbClr val="0698D6"/>
          </a:solidFill>
          <a:ln w="6350" cap="flat" cmpd="sng" algn="ctr">
            <a:noFill/>
            <a:prstDash val="solid"/>
            <a:miter lim="800000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r>
              <a:rPr lang="it-IT">
                <a:solidFill>
                  <a:srgbClr val="00B050"/>
                </a:solidFill>
              </a:rPr>
              <a:t> </a:t>
            </a:r>
          </a:p>
        </p:txBody>
      </p:sp>
      <p:sp>
        <p:nvSpPr>
          <p:cNvPr id="62" name="Figura a mano libera: forma 61">
            <a:extLst>
              <a:ext uri="{FF2B5EF4-FFF2-40B4-BE49-F238E27FC236}">
                <a16:creationId xmlns:a16="http://schemas.microsoft.com/office/drawing/2014/main" id="{42A961F9-0E60-9F44-E5F5-E9787ABFF454}"/>
              </a:ext>
            </a:extLst>
          </p:cNvPr>
          <p:cNvSpPr/>
          <p:nvPr/>
        </p:nvSpPr>
        <p:spPr>
          <a:xfrm>
            <a:off x="8012667" y="1807194"/>
            <a:ext cx="1584847" cy="565632"/>
          </a:xfrm>
          <a:custGeom>
            <a:avLst/>
            <a:gdLst>
              <a:gd name="connsiteX0" fmla="*/ 0 w 3035230"/>
              <a:gd name="connsiteY0" fmla="*/ 0 h 602284"/>
              <a:gd name="connsiteX1" fmla="*/ 3035230 w 3035230"/>
              <a:gd name="connsiteY1" fmla="*/ 0 h 602284"/>
              <a:gd name="connsiteX2" fmla="*/ 3035230 w 3035230"/>
              <a:gd name="connsiteY2" fmla="*/ 602284 h 602284"/>
              <a:gd name="connsiteX3" fmla="*/ 0 w 3035230"/>
              <a:gd name="connsiteY3" fmla="*/ 602284 h 602284"/>
              <a:gd name="connsiteX4" fmla="*/ 0 w 3035230"/>
              <a:gd name="connsiteY4" fmla="*/ 0 h 602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35230" h="602284">
                <a:moveTo>
                  <a:pt x="0" y="0"/>
                </a:moveTo>
                <a:lnTo>
                  <a:pt x="3035230" y="0"/>
                </a:lnTo>
                <a:lnTo>
                  <a:pt x="3035230" y="602284"/>
                </a:lnTo>
                <a:lnTo>
                  <a:pt x="0" y="60228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127000" bIns="0" numCol="1" spcCol="1270" rtlCol="0" anchor="ctr" anchorCtr="0">
            <a:noAutofit/>
          </a:bodyPr>
          <a:lstStyle/>
          <a:p>
            <a:pPr marL="0" lvl="0" indent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  <a:defRPr b="1"/>
            </a:pPr>
            <a:r>
              <a:rPr lang="it-IT" sz="2000" dirty="0" err="1">
                <a:solidFill>
                  <a:srgbClr val="0698D6"/>
                </a:solidFill>
                <a:latin typeface="Libre Franklin" panose="00000500000000000000" pitchFamily="2" charset="0"/>
              </a:rPr>
              <a:t>July</a:t>
            </a:r>
            <a:endParaRPr lang="it-IT" sz="2000" dirty="0">
              <a:solidFill>
                <a:srgbClr val="0698D6"/>
              </a:solidFill>
              <a:latin typeface="Libre Franklin" panose="00000500000000000000" pitchFamily="2" charset="0"/>
            </a:endParaRPr>
          </a:p>
          <a:p>
            <a:pPr marL="0" lvl="0" indent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  <a:defRPr b="1"/>
            </a:pPr>
            <a:r>
              <a:rPr lang="it-IT" sz="2000" dirty="0">
                <a:solidFill>
                  <a:srgbClr val="0698D6"/>
                </a:solidFill>
                <a:latin typeface="Libre Franklin" panose="00000500000000000000" pitchFamily="2" charset="0"/>
              </a:rPr>
              <a:t>2027</a:t>
            </a:r>
            <a:endParaRPr lang="it-IT" sz="2000" b="0" kern="1200" noProof="0" dirty="0">
              <a:solidFill>
                <a:srgbClr val="0698D6"/>
              </a:solidFill>
              <a:latin typeface="Libre Franklin" panose="00000500000000000000" pitchFamily="2" charset="0"/>
            </a:endParaRPr>
          </a:p>
        </p:txBody>
      </p:sp>
      <p:sp>
        <p:nvSpPr>
          <p:cNvPr id="63" name="Cerchio vuoto 62">
            <a:extLst>
              <a:ext uri="{FF2B5EF4-FFF2-40B4-BE49-F238E27FC236}">
                <a16:creationId xmlns:a16="http://schemas.microsoft.com/office/drawing/2014/main" id="{901157FF-CCFD-D68C-5B1A-85BB02F0FCAF}"/>
              </a:ext>
            </a:extLst>
          </p:cNvPr>
          <p:cNvSpPr/>
          <p:nvPr/>
        </p:nvSpPr>
        <p:spPr>
          <a:xfrm>
            <a:off x="7828654" y="1949223"/>
            <a:ext cx="354885" cy="359482"/>
          </a:xfrm>
          <a:prstGeom prst="donut">
            <a:avLst/>
          </a:prstGeom>
          <a:solidFill>
            <a:schemeClr val="lt1">
              <a:hueOff val="0"/>
              <a:satOff val="0"/>
              <a:lumOff val="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it-IT">
              <a:solidFill>
                <a:srgbClr val="00B050"/>
              </a:solidFill>
            </a:endParaRPr>
          </a:p>
        </p:txBody>
      </p:sp>
      <p:sp>
        <p:nvSpPr>
          <p:cNvPr id="65" name="Figura a mano libera: forma 64">
            <a:extLst>
              <a:ext uri="{FF2B5EF4-FFF2-40B4-BE49-F238E27FC236}">
                <a16:creationId xmlns:a16="http://schemas.microsoft.com/office/drawing/2014/main" id="{616CAD6F-9024-5CA5-7A6E-9B5284B189E1}"/>
              </a:ext>
            </a:extLst>
          </p:cNvPr>
          <p:cNvSpPr/>
          <p:nvPr/>
        </p:nvSpPr>
        <p:spPr>
          <a:xfrm>
            <a:off x="10098505" y="1807194"/>
            <a:ext cx="1584847" cy="565632"/>
          </a:xfrm>
          <a:custGeom>
            <a:avLst/>
            <a:gdLst>
              <a:gd name="connsiteX0" fmla="*/ 0 w 3035230"/>
              <a:gd name="connsiteY0" fmla="*/ 0 h 602284"/>
              <a:gd name="connsiteX1" fmla="*/ 3035230 w 3035230"/>
              <a:gd name="connsiteY1" fmla="*/ 0 h 602284"/>
              <a:gd name="connsiteX2" fmla="*/ 3035230 w 3035230"/>
              <a:gd name="connsiteY2" fmla="*/ 602284 h 602284"/>
              <a:gd name="connsiteX3" fmla="*/ 0 w 3035230"/>
              <a:gd name="connsiteY3" fmla="*/ 602284 h 602284"/>
              <a:gd name="connsiteX4" fmla="*/ 0 w 3035230"/>
              <a:gd name="connsiteY4" fmla="*/ 0 h 602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35230" h="602284">
                <a:moveTo>
                  <a:pt x="0" y="0"/>
                </a:moveTo>
                <a:lnTo>
                  <a:pt x="3035230" y="0"/>
                </a:lnTo>
                <a:lnTo>
                  <a:pt x="3035230" y="602284"/>
                </a:lnTo>
                <a:lnTo>
                  <a:pt x="0" y="60228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127000" bIns="0" numCol="1" spcCol="1270" rtlCol="0" anchor="ctr" anchorCtr="0">
            <a:noAutofit/>
          </a:bodyPr>
          <a:lstStyle/>
          <a:p>
            <a:pPr marL="0" lvl="0" indent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  <a:defRPr b="1"/>
            </a:pPr>
            <a:r>
              <a:rPr lang="it-IT" sz="2000" dirty="0" err="1">
                <a:solidFill>
                  <a:srgbClr val="0698D6"/>
                </a:solidFill>
                <a:latin typeface="Libre Franklin" panose="00000500000000000000" pitchFamily="2" charset="0"/>
              </a:rPr>
              <a:t>October</a:t>
            </a:r>
            <a:endParaRPr lang="it-IT" sz="2000" dirty="0">
              <a:solidFill>
                <a:srgbClr val="0698D6"/>
              </a:solidFill>
              <a:latin typeface="Libre Franklin" panose="00000500000000000000" pitchFamily="2" charset="0"/>
            </a:endParaRPr>
          </a:p>
          <a:p>
            <a:pPr marL="0" lvl="0" indent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  <a:defRPr b="1"/>
            </a:pPr>
            <a:r>
              <a:rPr lang="it-IT" sz="2000" dirty="0">
                <a:solidFill>
                  <a:srgbClr val="0698D6"/>
                </a:solidFill>
                <a:latin typeface="Libre Franklin" panose="00000500000000000000" pitchFamily="2" charset="0"/>
              </a:rPr>
              <a:t>2027</a:t>
            </a:r>
          </a:p>
        </p:txBody>
      </p:sp>
      <p:sp>
        <p:nvSpPr>
          <p:cNvPr id="66" name="Ovale 65">
            <a:extLst>
              <a:ext uri="{FF2B5EF4-FFF2-40B4-BE49-F238E27FC236}">
                <a16:creationId xmlns:a16="http://schemas.microsoft.com/office/drawing/2014/main" id="{E59C8E45-5306-C858-55D8-5118E9F53A28}"/>
              </a:ext>
            </a:extLst>
          </p:cNvPr>
          <p:cNvSpPr/>
          <p:nvPr/>
        </p:nvSpPr>
        <p:spPr>
          <a:xfrm>
            <a:off x="12038865" y="2557804"/>
            <a:ext cx="116144" cy="101814"/>
          </a:xfrm>
          <a:prstGeom prst="ellipse">
            <a:avLst/>
          </a:prstGeom>
          <a:solidFill>
            <a:srgbClr val="0698D6"/>
          </a:solidFill>
          <a:ln w="6350" cap="flat" cmpd="sng" algn="ctr">
            <a:noFill/>
            <a:prstDash val="solid"/>
            <a:miter lim="800000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r>
              <a:rPr lang="it-IT">
                <a:solidFill>
                  <a:srgbClr val="00B050"/>
                </a:solidFill>
              </a:rPr>
              <a:t> </a:t>
            </a:r>
          </a:p>
        </p:txBody>
      </p:sp>
      <p:sp>
        <p:nvSpPr>
          <p:cNvPr id="67" name="Goccia 66">
            <a:extLst>
              <a:ext uri="{FF2B5EF4-FFF2-40B4-BE49-F238E27FC236}">
                <a16:creationId xmlns:a16="http://schemas.microsoft.com/office/drawing/2014/main" id="{79CF2C2C-3C0C-742C-F53E-80D37955281D}"/>
              </a:ext>
            </a:extLst>
          </p:cNvPr>
          <p:cNvSpPr/>
          <p:nvPr/>
        </p:nvSpPr>
        <p:spPr>
          <a:xfrm rot="8100000">
            <a:off x="11905264" y="1918734"/>
            <a:ext cx="456257" cy="445219"/>
          </a:xfrm>
          <a:prstGeom prst="teardrop">
            <a:avLst>
              <a:gd name="adj" fmla="val 115000"/>
            </a:avLst>
          </a:prstGeom>
          <a:solidFill>
            <a:srgbClr val="0698D6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it-IT">
              <a:solidFill>
                <a:srgbClr val="00B050"/>
              </a:solidFill>
            </a:endParaRPr>
          </a:p>
        </p:txBody>
      </p:sp>
      <p:sp>
        <p:nvSpPr>
          <p:cNvPr id="68" name="Cerchio vuoto 67">
            <a:extLst>
              <a:ext uri="{FF2B5EF4-FFF2-40B4-BE49-F238E27FC236}">
                <a16:creationId xmlns:a16="http://schemas.microsoft.com/office/drawing/2014/main" id="{E83B88FD-5FD3-3627-4D9A-6B6438BC68CF}"/>
              </a:ext>
            </a:extLst>
          </p:cNvPr>
          <p:cNvSpPr/>
          <p:nvPr/>
        </p:nvSpPr>
        <p:spPr>
          <a:xfrm>
            <a:off x="11960137" y="1985878"/>
            <a:ext cx="354885" cy="359482"/>
          </a:xfrm>
          <a:prstGeom prst="donut">
            <a:avLst/>
          </a:prstGeom>
          <a:solidFill>
            <a:schemeClr val="lt1">
              <a:hueOff val="0"/>
              <a:satOff val="0"/>
              <a:lumOff val="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it-IT">
              <a:solidFill>
                <a:srgbClr val="00B050"/>
              </a:solidFill>
            </a:endParaRPr>
          </a:p>
        </p:txBody>
      </p:sp>
      <p:sp>
        <p:nvSpPr>
          <p:cNvPr id="69" name="Figura a mano libera: forma 68">
            <a:extLst>
              <a:ext uri="{FF2B5EF4-FFF2-40B4-BE49-F238E27FC236}">
                <a16:creationId xmlns:a16="http://schemas.microsoft.com/office/drawing/2014/main" id="{F2BF5D70-EDE0-FD5B-8778-05127F3479DD}"/>
              </a:ext>
            </a:extLst>
          </p:cNvPr>
          <p:cNvSpPr/>
          <p:nvPr/>
        </p:nvSpPr>
        <p:spPr>
          <a:xfrm>
            <a:off x="12155009" y="1841260"/>
            <a:ext cx="1584847" cy="565632"/>
          </a:xfrm>
          <a:custGeom>
            <a:avLst/>
            <a:gdLst>
              <a:gd name="connsiteX0" fmla="*/ 0 w 3035230"/>
              <a:gd name="connsiteY0" fmla="*/ 0 h 602284"/>
              <a:gd name="connsiteX1" fmla="*/ 3035230 w 3035230"/>
              <a:gd name="connsiteY1" fmla="*/ 0 h 602284"/>
              <a:gd name="connsiteX2" fmla="*/ 3035230 w 3035230"/>
              <a:gd name="connsiteY2" fmla="*/ 602284 h 602284"/>
              <a:gd name="connsiteX3" fmla="*/ 0 w 3035230"/>
              <a:gd name="connsiteY3" fmla="*/ 602284 h 602284"/>
              <a:gd name="connsiteX4" fmla="*/ 0 w 3035230"/>
              <a:gd name="connsiteY4" fmla="*/ 0 h 602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35230" h="602284">
                <a:moveTo>
                  <a:pt x="0" y="0"/>
                </a:moveTo>
                <a:lnTo>
                  <a:pt x="3035230" y="0"/>
                </a:lnTo>
                <a:lnTo>
                  <a:pt x="3035230" y="602284"/>
                </a:lnTo>
                <a:lnTo>
                  <a:pt x="0" y="60228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127000" bIns="0" numCol="1" spcCol="1270" rtlCol="0" anchor="ctr" anchorCtr="0">
            <a:noAutofit/>
          </a:bodyPr>
          <a:lstStyle/>
          <a:p>
            <a:pPr marL="0" lvl="0" indent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  <a:defRPr b="1"/>
            </a:pPr>
            <a:r>
              <a:rPr lang="it-IT" sz="2000" dirty="0" err="1">
                <a:solidFill>
                  <a:srgbClr val="0698D6"/>
                </a:solidFill>
                <a:latin typeface="Libre Franklin" panose="00000500000000000000" pitchFamily="2" charset="0"/>
              </a:rPr>
              <a:t>January</a:t>
            </a:r>
            <a:endParaRPr lang="it-IT" sz="2000" dirty="0">
              <a:solidFill>
                <a:srgbClr val="0698D6"/>
              </a:solidFill>
              <a:latin typeface="Libre Franklin" panose="00000500000000000000" pitchFamily="2" charset="0"/>
            </a:endParaRPr>
          </a:p>
          <a:p>
            <a:pPr marL="0" lvl="0" indent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  <a:defRPr b="1"/>
            </a:pPr>
            <a:r>
              <a:rPr lang="it-IT" sz="2000" dirty="0">
                <a:solidFill>
                  <a:srgbClr val="0698D6"/>
                </a:solidFill>
                <a:latin typeface="Libre Franklin" panose="00000500000000000000" pitchFamily="2" charset="0"/>
              </a:rPr>
              <a:t>2027</a:t>
            </a:r>
          </a:p>
        </p:txBody>
      </p:sp>
      <p:sp>
        <p:nvSpPr>
          <p:cNvPr id="71" name="Figura a mano libera: forma 70">
            <a:extLst>
              <a:ext uri="{FF2B5EF4-FFF2-40B4-BE49-F238E27FC236}">
                <a16:creationId xmlns:a16="http://schemas.microsoft.com/office/drawing/2014/main" id="{361B16B8-8B80-4066-2A39-CCE8C75FCD84}"/>
              </a:ext>
            </a:extLst>
          </p:cNvPr>
          <p:cNvSpPr/>
          <p:nvPr/>
        </p:nvSpPr>
        <p:spPr>
          <a:xfrm>
            <a:off x="12253703" y="2394309"/>
            <a:ext cx="1113641" cy="561618"/>
          </a:xfrm>
          <a:custGeom>
            <a:avLst/>
            <a:gdLst>
              <a:gd name="connsiteX0" fmla="*/ 0 w 3035230"/>
              <a:gd name="connsiteY0" fmla="*/ 0 h 1714195"/>
              <a:gd name="connsiteX1" fmla="*/ 3035230 w 3035230"/>
              <a:gd name="connsiteY1" fmla="*/ 0 h 1714195"/>
              <a:gd name="connsiteX2" fmla="*/ 3035230 w 3035230"/>
              <a:gd name="connsiteY2" fmla="*/ 1714195 h 1714195"/>
              <a:gd name="connsiteX3" fmla="*/ 0 w 3035230"/>
              <a:gd name="connsiteY3" fmla="*/ 1714195 h 1714195"/>
              <a:gd name="connsiteX4" fmla="*/ 0 w 3035230"/>
              <a:gd name="connsiteY4" fmla="*/ 0 h 17141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35230" h="1714195">
                <a:moveTo>
                  <a:pt x="0" y="0"/>
                </a:moveTo>
                <a:lnTo>
                  <a:pt x="3035230" y="0"/>
                </a:lnTo>
                <a:lnTo>
                  <a:pt x="3035230" y="1714195"/>
                </a:lnTo>
                <a:lnTo>
                  <a:pt x="0" y="171419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95250" rIns="95250" bIns="142875" numCol="1" spcCol="1270" rtlCol="0" anchor="t" anchorCtr="0">
            <a:noAutofit/>
          </a:bodyPr>
          <a:lstStyle/>
          <a:p>
            <a:pPr marL="0" lvl="0" indent="0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it-IT" sz="1000" dirty="0" err="1">
                <a:solidFill>
                  <a:srgbClr val="0698D6"/>
                </a:solidFill>
                <a:latin typeface="Libre Franklin" panose="00000500000000000000" pitchFamily="2" charset="0"/>
              </a:rPr>
              <a:t>Spare</a:t>
            </a:r>
            <a:endParaRPr lang="it-IT" sz="1000" dirty="0">
              <a:solidFill>
                <a:srgbClr val="0698D6"/>
              </a:solidFill>
              <a:latin typeface="Libre Franklin" panose="00000500000000000000" pitchFamily="2" charset="0"/>
            </a:endParaRPr>
          </a:p>
          <a:p>
            <a:pPr marL="0" lvl="0" indent="0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it-IT" sz="1000" dirty="0">
                <a:solidFill>
                  <a:srgbClr val="0698D6"/>
                </a:solidFill>
                <a:latin typeface="Libre Franklin" panose="00000500000000000000" pitchFamily="2" charset="0"/>
              </a:rPr>
              <a:t>parts</a:t>
            </a:r>
          </a:p>
        </p:txBody>
      </p:sp>
      <p:sp>
        <p:nvSpPr>
          <p:cNvPr id="73" name="Cerchio vuoto 72">
            <a:extLst>
              <a:ext uri="{FF2B5EF4-FFF2-40B4-BE49-F238E27FC236}">
                <a16:creationId xmlns:a16="http://schemas.microsoft.com/office/drawing/2014/main" id="{9E9B3AA1-5388-6B9D-F616-996B58682AC0}"/>
              </a:ext>
            </a:extLst>
          </p:cNvPr>
          <p:cNvSpPr/>
          <p:nvPr/>
        </p:nvSpPr>
        <p:spPr>
          <a:xfrm>
            <a:off x="7120441" y="4661939"/>
            <a:ext cx="354885" cy="359482"/>
          </a:xfrm>
          <a:prstGeom prst="donut">
            <a:avLst/>
          </a:prstGeom>
          <a:solidFill>
            <a:schemeClr val="lt1">
              <a:hueOff val="0"/>
              <a:satOff val="0"/>
              <a:lumOff val="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it-IT">
              <a:solidFill>
                <a:srgbClr val="00B050"/>
              </a:solidFill>
            </a:endParaRPr>
          </a:p>
        </p:txBody>
      </p:sp>
      <p:sp>
        <p:nvSpPr>
          <p:cNvPr id="77" name="Ovale 76">
            <a:extLst>
              <a:ext uri="{FF2B5EF4-FFF2-40B4-BE49-F238E27FC236}">
                <a16:creationId xmlns:a16="http://schemas.microsoft.com/office/drawing/2014/main" id="{5A69844E-17BF-4AE8-D7CE-F919140CF731}"/>
              </a:ext>
            </a:extLst>
          </p:cNvPr>
          <p:cNvSpPr/>
          <p:nvPr/>
        </p:nvSpPr>
        <p:spPr>
          <a:xfrm>
            <a:off x="7229055" y="4309530"/>
            <a:ext cx="116144" cy="101814"/>
          </a:xfrm>
          <a:prstGeom prst="ellipse">
            <a:avLst/>
          </a:prstGeom>
          <a:solidFill>
            <a:srgbClr val="0698D6"/>
          </a:solidFill>
          <a:ln w="6350" cap="flat" cmpd="sng" algn="ctr">
            <a:noFill/>
            <a:prstDash val="solid"/>
            <a:miter lim="800000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r>
              <a:rPr lang="it-IT">
                <a:solidFill>
                  <a:srgbClr val="00B050"/>
                </a:solidFill>
              </a:rPr>
              <a:t> </a:t>
            </a:r>
          </a:p>
        </p:txBody>
      </p:sp>
      <p:sp>
        <p:nvSpPr>
          <p:cNvPr id="78" name="Figura a mano libera: forma 77">
            <a:extLst>
              <a:ext uri="{FF2B5EF4-FFF2-40B4-BE49-F238E27FC236}">
                <a16:creationId xmlns:a16="http://schemas.microsoft.com/office/drawing/2014/main" id="{11ED9A58-48DD-2DCD-F498-82D20F5BB510}"/>
              </a:ext>
            </a:extLst>
          </p:cNvPr>
          <p:cNvSpPr/>
          <p:nvPr/>
        </p:nvSpPr>
        <p:spPr>
          <a:xfrm>
            <a:off x="7463753" y="4114800"/>
            <a:ext cx="1113641" cy="561618"/>
          </a:xfrm>
          <a:custGeom>
            <a:avLst/>
            <a:gdLst>
              <a:gd name="connsiteX0" fmla="*/ 0 w 3035230"/>
              <a:gd name="connsiteY0" fmla="*/ 0 h 1714195"/>
              <a:gd name="connsiteX1" fmla="*/ 3035230 w 3035230"/>
              <a:gd name="connsiteY1" fmla="*/ 0 h 1714195"/>
              <a:gd name="connsiteX2" fmla="*/ 3035230 w 3035230"/>
              <a:gd name="connsiteY2" fmla="*/ 1714195 h 1714195"/>
              <a:gd name="connsiteX3" fmla="*/ 0 w 3035230"/>
              <a:gd name="connsiteY3" fmla="*/ 1714195 h 1714195"/>
              <a:gd name="connsiteX4" fmla="*/ 0 w 3035230"/>
              <a:gd name="connsiteY4" fmla="*/ 0 h 17141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35230" h="1714195">
                <a:moveTo>
                  <a:pt x="0" y="0"/>
                </a:moveTo>
                <a:lnTo>
                  <a:pt x="3035230" y="0"/>
                </a:lnTo>
                <a:lnTo>
                  <a:pt x="3035230" y="1714195"/>
                </a:lnTo>
                <a:lnTo>
                  <a:pt x="0" y="171419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95250" rIns="95250" bIns="142875" numCol="1" spcCol="1270" rtlCol="0" anchor="t" anchorCtr="0">
            <a:noAutofit/>
          </a:bodyPr>
          <a:lstStyle/>
          <a:p>
            <a:pPr marL="0" lvl="0" indent="0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it-IT" sz="1000" kern="1200" noProof="0" dirty="0" err="1">
                <a:solidFill>
                  <a:srgbClr val="0698D6"/>
                </a:solidFill>
                <a:latin typeface="Libre Franklin" panose="00000500000000000000" pitchFamily="2" charset="0"/>
              </a:rPr>
              <a:t>Mutliline</a:t>
            </a:r>
            <a:endParaRPr lang="it-IT" sz="1000" kern="1200" noProof="0" dirty="0">
              <a:solidFill>
                <a:srgbClr val="0698D6"/>
              </a:solidFill>
              <a:latin typeface="Libre Franklin" panose="00000500000000000000" pitchFamily="2" charset="0"/>
            </a:endParaRPr>
          </a:p>
          <a:p>
            <a:pPr marL="0" lvl="0" indent="0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it-IT" sz="1000" dirty="0" err="1">
                <a:solidFill>
                  <a:srgbClr val="0698D6"/>
                </a:solidFill>
                <a:latin typeface="Libre Franklin" panose="00000500000000000000" pitchFamily="2" charset="0"/>
              </a:rPr>
              <a:t>configuation</a:t>
            </a:r>
            <a:endParaRPr lang="it-IT" sz="1000" kern="1200" noProof="0" dirty="0">
              <a:solidFill>
                <a:srgbClr val="0698D6"/>
              </a:solidFill>
              <a:latin typeface="Libre Franklin" panose="00000500000000000000" pitchFamily="2" charset="0"/>
            </a:endParaRPr>
          </a:p>
        </p:txBody>
      </p:sp>
      <p:sp>
        <p:nvSpPr>
          <p:cNvPr id="4" name="Figura a mano libera: forma 3">
            <a:extLst>
              <a:ext uri="{FF2B5EF4-FFF2-40B4-BE49-F238E27FC236}">
                <a16:creationId xmlns:a16="http://schemas.microsoft.com/office/drawing/2014/main" id="{B0C504D5-5F68-46A6-2470-0E750EA74C7F}"/>
              </a:ext>
            </a:extLst>
          </p:cNvPr>
          <p:cNvSpPr/>
          <p:nvPr/>
        </p:nvSpPr>
        <p:spPr>
          <a:xfrm>
            <a:off x="7115188" y="4664023"/>
            <a:ext cx="1584847" cy="565632"/>
          </a:xfrm>
          <a:custGeom>
            <a:avLst/>
            <a:gdLst>
              <a:gd name="connsiteX0" fmla="*/ 0 w 3035230"/>
              <a:gd name="connsiteY0" fmla="*/ 0 h 602284"/>
              <a:gd name="connsiteX1" fmla="*/ 3035230 w 3035230"/>
              <a:gd name="connsiteY1" fmla="*/ 0 h 602284"/>
              <a:gd name="connsiteX2" fmla="*/ 3035230 w 3035230"/>
              <a:gd name="connsiteY2" fmla="*/ 602284 h 602284"/>
              <a:gd name="connsiteX3" fmla="*/ 0 w 3035230"/>
              <a:gd name="connsiteY3" fmla="*/ 602284 h 602284"/>
              <a:gd name="connsiteX4" fmla="*/ 0 w 3035230"/>
              <a:gd name="connsiteY4" fmla="*/ 0 h 602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35230" h="602284">
                <a:moveTo>
                  <a:pt x="0" y="0"/>
                </a:moveTo>
                <a:lnTo>
                  <a:pt x="3035230" y="0"/>
                </a:lnTo>
                <a:lnTo>
                  <a:pt x="3035230" y="602284"/>
                </a:lnTo>
                <a:lnTo>
                  <a:pt x="0" y="60228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127000" bIns="0" numCol="1" spcCol="1270" rtlCol="0" anchor="ctr" anchorCtr="0">
            <a:noAutofit/>
          </a:bodyPr>
          <a:lstStyle/>
          <a:p>
            <a:pPr marL="0" lvl="0" indent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  <a:defRPr b="1"/>
            </a:pPr>
            <a:r>
              <a:rPr lang="it-IT" sz="2000" dirty="0">
                <a:solidFill>
                  <a:srgbClr val="0698D6"/>
                </a:solidFill>
                <a:latin typeface="Libre Franklin" panose="00000500000000000000" pitchFamily="2" charset="0"/>
              </a:rPr>
              <a:t>June</a:t>
            </a:r>
          </a:p>
          <a:p>
            <a:pPr marL="0" lvl="0" indent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  <a:defRPr b="1"/>
            </a:pPr>
            <a:r>
              <a:rPr lang="it-IT" sz="2000" dirty="0">
                <a:solidFill>
                  <a:srgbClr val="0698D6"/>
                </a:solidFill>
                <a:latin typeface="Libre Franklin" panose="00000500000000000000" pitchFamily="2" charset="0"/>
              </a:rPr>
              <a:t>2027</a:t>
            </a:r>
            <a:endParaRPr lang="it-IT" sz="2000" b="0" kern="1200" noProof="0" dirty="0">
              <a:solidFill>
                <a:srgbClr val="0698D6"/>
              </a:solidFill>
              <a:latin typeface="Libre Franklin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75988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704B28-C0EC-28AC-6CC0-C3BDF0196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674">
            <a:extLst>
              <a:ext uri="{FF2B5EF4-FFF2-40B4-BE49-F238E27FC236}">
                <a16:creationId xmlns:a16="http://schemas.microsoft.com/office/drawing/2014/main" id="{CFD40971-4C98-1F40-0500-F81AA36E9AF8}"/>
              </a:ext>
            </a:extLst>
          </p:cNvPr>
          <p:cNvSpPr/>
          <p:nvPr/>
        </p:nvSpPr>
        <p:spPr>
          <a:xfrm>
            <a:off x="589834" y="2239240"/>
            <a:ext cx="13380166" cy="12187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54862" tIns="54862" rIns="54862" bIns="54862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400" dirty="0" err="1">
                <a:latin typeface="Libre Franklin" pitchFamily="2" charset="0"/>
              </a:rPr>
              <a:t>Recurring</a:t>
            </a:r>
            <a:r>
              <a:rPr lang="it-IT" sz="2400" dirty="0">
                <a:latin typeface="Libre Franklin" pitchFamily="2" charset="0"/>
              </a:rPr>
              <a:t> cost (</a:t>
            </a:r>
            <a:r>
              <a:rPr lang="it-IT" sz="2400" dirty="0" err="1">
                <a:latin typeface="Libre Franklin" pitchFamily="2" charset="0"/>
              </a:rPr>
              <a:t>Opex</a:t>
            </a:r>
            <a:r>
              <a:rPr lang="it-IT" sz="2400" dirty="0">
                <a:latin typeface="Libre Franklin" pitchFamily="2" charset="0"/>
              </a:rPr>
              <a:t>) + Hardware (Capex).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400" dirty="0">
                <a:latin typeface="Libre Franklin" pitchFamily="2" charset="0"/>
              </a:rPr>
              <a:t>Standalone product &amp; inside a “Service and </a:t>
            </a:r>
            <a:r>
              <a:rPr lang="it-IT" sz="2400" dirty="0" err="1">
                <a:latin typeface="Libre Franklin" pitchFamily="2" charset="0"/>
              </a:rPr>
              <a:t>Maintenance</a:t>
            </a:r>
            <a:r>
              <a:rPr lang="it-IT" sz="2400" dirty="0">
                <a:latin typeface="Libre Franklin" pitchFamily="2" charset="0"/>
              </a:rPr>
              <a:t> agreement” </a:t>
            </a:r>
            <a:r>
              <a:rPr lang="it-IT" sz="2400" dirty="0" err="1">
                <a:latin typeface="Libre Franklin" pitchFamily="2" charset="0"/>
              </a:rPr>
              <a:t>initiative</a:t>
            </a:r>
            <a:r>
              <a:rPr lang="it-IT" sz="2400" dirty="0">
                <a:latin typeface="Libre Franklin" pitchFamily="2" charset="0"/>
              </a:rPr>
              <a:t>.</a:t>
            </a:r>
          </a:p>
          <a:p>
            <a:endParaRPr lang="en-IN" sz="2400" dirty="0">
              <a:latin typeface="Libre Franklin" pitchFamily="2" charset="0"/>
            </a:endParaRP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C177582C-33FC-B5F7-C333-0C5F52ADAAD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sz="2800" dirty="0"/>
              <a:t>🧾 Business model</a:t>
            </a:r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EF481E8A-5A08-92C3-990A-DE71A114578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it-IT" dirty="0"/>
              <a:t>Business Model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0F8410C0-71A2-1185-41ED-3A1E326C0EE7}"/>
              </a:ext>
            </a:extLst>
          </p:cNvPr>
          <p:cNvSpPr txBox="1"/>
          <p:nvPr/>
        </p:nvSpPr>
        <p:spPr>
          <a:xfrm>
            <a:off x="7315200" y="7335694"/>
            <a:ext cx="7315200" cy="327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  <a:buNone/>
            </a:pPr>
            <a:r>
              <a:rPr lang="it-IT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Libre Franklin" panose="00000500000000000000" pitchFamily="2" charset="0"/>
                <a:ea typeface="Calibri" panose="020F0502020204030204" pitchFamily="34" charset="0"/>
                <a:cs typeface="Arial" panose="020B0604020202020204" pitchFamily="34" charset="0"/>
              </a:rPr>
              <a:t>See «</a:t>
            </a:r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Libre Franklin" panose="00000500000000000000" pitchFamily="2" charset="0"/>
                <a:ea typeface="Calibri" panose="020F0502020204030204" pitchFamily="34" charset="0"/>
                <a:cs typeface="Arial" panose="020B0604020202020204" pitchFamily="34" charset="0"/>
              </a:rPr>
              <a:t>4.1	Industrial costs of product</a:t>
            </a:r>
            <a:r>
              <a:rPr lang="it-IT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Libre Franklin" panose="00000500000000000000" pitchFamily="2" charset="0"/>
                <a:ea typeface="Calibri" panose="020F0502020204030204" pitchFamily="34" charset="0"/>
                <a:cs typeface="Arial" panose="020B0604020202020204" pitchFamily="34" charset="0"/>
              </a:rPr>
              <a:t>»</a:t>
            </a:r>
            <a:endParaRPr lang="it-IT" sz="1400" dirty="0">
              <a:latin typeface="Libre Franklin Light" panose="00000400000000000000" pitchFamily="2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90010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674">
            <a:extLst>
              <a:ext uri="{FF2B5EF4-FFF2-40B4-BE49-F238E27FC236}">
                <a16:creationId xmlns:a16="http://schemas.microsoft.com/office/drawing/2014/main" id="{B423EF21-52F7-4629-AA9F-04070AD23E34}"/>
              </a:ext>
            </a:extLst>
          </p:cNvPr>
          <p:cNvSpPr/>
          <p:nvPr/>
        </p:nvSpPr>
        <p:spPr>
          <a:xfrm>
            <a:off x="589834" y="2239240"/>
            <a:ext cx="13380166" cy="5650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54862" tIns="54862" rIns="54862" bIns="54862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it-IT" sz="2400" b="1" dirty="0">
                <a:solidFill>
                  <a:srgbClr val="0698D6"/>
                </a:solidFill>
                <a:latin typeface="Libre Franklin" pitchFamily="2" charset="0"/>
              </a:rPr>
              <a:t>Capex: </a:t>
            </a:r>
            <a:r>
              <a:rPr lang="it-IT" sz="2400" dirty="0">
                <a:latin typeface="Libre Franklin" pitchFamily="2" charset="0"/>
              </a:rPr>
              <a:t>the product target cost shall be validated after HW </a:t>
            </a:r>
            <a:r>
              <a:rPr lang="it-IT" sz="2400" dirty="0" err="1">
                <a:latin typeface="Libre Franklin" pitchFamily="2" charset="0"/>
              </a:rPr>
              <a:t>architecture</a:t>
            </a:r>
            <a:r>
              <a:rPr lang="it-IT" sz="2400" dirty="0">
                <a:latin typeface="Libre Franklin" pitchFamily="2" charset="0"/>
              </a:rPr>
              <a:t> </a:t>
            </a:r>
            <a:r>
              <a:rPr lang="it-IT" sz="2400" dirty="0" err="1">
                <a:latin typeface="Libre Franklin" pitchFamily="2" charset="0"/>
              </a:rPr>
              <a:t>freeze</a:t>
            </a:r>
            <a:r>
              <a:rPr lang="it-IT" sz="2400" dirty="0">
                <a:latin typeface="Libre Franklin" pitchFamily="2" charset="0"/>
              </a:rPr>
              <a:t>.</a:t>
            </a:r>
          </a:p>
          <a:p>
            <a:r>
              <a:rPr lang="it-IT" sz="2400" dirty="0" err="1">
                <a:latin typeface="Libre Franklin" pitchFamily="2" charset="0"/>
              </a:rPr>
              <a:t>Extimated</a:t>
            </a:r>
            <a:r>
              <a:rPr lang="it-IT" sz="2400" dirty="0">
                <a:latin typeface="Libre Franklin" pitchFamily="2" charset="0"/>
              </a:rPr>
              <a:t> product cost for standard </a:t>
            </a:r>
            <a:r>
              <a:rPr lang="it-IT" sz="2400" dirty="0" err="1">
                <a:latin typeface="Libre Franklin" pitchFamily="2" charset="0"/>
              </a:rPr>
              <a:t>application</a:t>
            </a:r>
            <a:r>
              <a:rPr lang="it-IT" sz="2400" dirty="0">
                <a:latin typeface="Libre Franklin" pitchFamily="2" charset="0"/>
              </a:rPr>
              <a:t>: 23k€.</a:t>
            </a:r>
            <a:endParaRPr lang="en-GB" sz="2400" dirty="0">
              <a:latin typeface="Libre Franklin Light" panose="00000400000000000000" pitchFamily="2" charset="0"/>
            </a:endParaRPr>
          </a:p>
          <a:p>
            <a:endParaRPr lang="it-IT" sz="2400" dirty="0">
              <a:latin typeface="Libre Franklin" pitchFamily="2" charset="0"/>
            </a:endParaRPr>
          </a:p>
          <a:p>
            <a:endParaRPr lang="it-IT" sz="2400" dirty="0">
              <a:latin typeface="Libre Franklin" pitchFamily="2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it-IT" sz="2400" b="1" dirty="0" err="1">
                <a:solidFill>
                  <a:srgbClr val="0698D6"/>
                </a:solidFill>
                <a:latin typeface="Libre Franklin" pitchFamily="2" charset="0"/>
              </a:rPr>
              <a:t>Opex</a:t>
            </a:r>
            <a:r>
              <a:rPr lang="it-IT" sz="2400" b="1" dirty="0">
                <a:solidFill>
                  <a:srgbClr val="0698D6"/>
                </a:solidFill>
                <a:latin typeface="Libre Franklin" pitchFamily="2" charset="0"/>
              </a:rPr>
              <a:t>:</a:t>
            </a:r>
            <a:r>
              <a:rPr lang="it-IT" sz="2400" dirty="0">
                <a:latin typeface="Libre Franklin" pitchFamily="2" charset="0"/>
              </a:rPr>
              <a:t> </a:t>
            </a:r>
            <a:r>
              <a:rPr lang="it-IT" sz="2400" b="1" dirty="0" err="1">
                <a:latin typeface="Libre Franklin" pitchFamily="2" charset="0"/>
              </a:rPr>
              <a:t>TBD</a:t>
            </a:r>
            <a:r>
              <a:rPr lang="it-IT" sz="2400" dirty="0" err="1">
                <a:latin typeface="Libre Franklin" pitchFamily="2" charset="0"/>
              </a:rPr>
              <a:t>k</a:t>
            </a:r>
            <a:r>
              <a:rPr lang="it-IT" sz="2400" dirty="0">
                <a:latin typeface="Libre Franklin" pitchFamily="2" charset="0"/>
              </a:rPr>
              <a:t>€ Glassform.ai </a:t>
            </a:r>
            <a:r>
              <a:rPr lang="it-IT" sz="2400" dirty="0" err="1">
                <a:latin typeface="Libre Franklin" pitchFamily="2" charset="0"/>
              </a:rPr>
              <a:t>Opex</a:t>
            </a:r>
            <a:r>
              <a:rPr lang="it-IT" sz="2400" dirty="0">
                <a:latin typeface="Libre Franklin" pitchFamily="2" charset="0"/>
              </a:rPr>
              <a:t> </a:t>
            </a:r>
            <a:r>
              <a:rPr lang="it-IT" sz="2400" dirty="0" err="1">
                <a:latin typeface="Libre Franklin" pitchFamily="2" charset="0"/>
              </a:rPr>
              <a:t>annual</a:t>
            </a:r>
            <a:r>
              <a:rPr lang="it-IT" sz="2400" dirty="0">
                <a:latin typeface="Libre Franklin" pitchFamily="2" charset="0"/>
              </a:rPr>
              <a:t> cost.</a:t>
            </a:r>
          </a:p>
          <a:p>
            <a:endParaRPr lang="it-IT" sz="2400" dirty="0">
              <a:latin typeface="Libre Franklin" pitchFamily="2" charset="0"/>
            </a:endParaRPr>
          </a:p>
          <a:p>
            <a:endParaRPr lang="it-IT" sz="2400" dirty="0">
              <a:latin typeface="Libre Franklin" pitchFamily="2" charset="0"/>
            </a:endParaRPr>
          </a:p>
          <a:p>
            <a:r>
              <a:rPr lang="it-IT" sz="2400" dirty="0">
                <a:latin typeface="Libre Franklin" pitchFamily="2" charset="0"/>
              </a:rPr>
              <a:t>The </a:t>
            </a:r>
            <a:r>
              <a:rPr lang="it-IT" sz="2400" dirty="0" err="1">
                <a:latin typeface="Libre Franklin" pitchFamily="2" charset="0"/>
              </a:rPr>
              <a:t>initiative</a:t>
            </a:r>
            <a:r>
              <a:rPr lang="it-IT" sz="2400" dirty="0">
                <a:latin typeface="Libre Franklin" pitchFamily="2" charset="0"/>
              </a:rPr>
              <a:t> scope shall include: </a:t>
            </a:r>
          </a:p>
          <a:p>
            <a:r>
              <a:rPr lang="it-IT" sz="2400" dirty="0">
                <a:latin typeface="Libre Franklin" pitchFamily="2" charset="0"/>
              </a:rPr>
              <a:t>			Bottero Glass-Assist AI software </a:t>
            </a:r>
            <a:r>
              <a:rPr lang="it-IT" sz="2400" dirty="0" err="1">
                <a:latin typeface="Libre Franklin" pitchFamily="2" charset="0"/>
              </a:rPr>
              <a:t>integration</a:t>
            </a:r>
            <a:r>
              <a:rPr lang="it-IT" sz="2400" dirty="0">
                <a:latin typeface="Libre Franklin" pitchFamily="2" charset="0"/>
              </a:rPr>
              <a:t> </a:t>
            </a:r>
            <a:r>
              <a:rPr lang="it-IT" sz="2400" dirty="0" err="1">
                <a:latin typeface="Libre Franklin" pitchFamily="2" charset="0"/>
              </a:rPr>
              <a:t>development</a:t>
            </a:r>
            <a:r>
              <a:rPr lang="it-IT" sz="2400" dirty="0">
                <a:latin typeface="Libre Franklin" pitchFamily="2" charset="0"/>
              </a:rPr>
              <a:t> (provided by 			Glassform.ai); </a:t>
            </a:r>
          </a:p>
          <a:p>
            <a:r>
              <a:rPr lang="it-IT" sz="2400" dirty="0">
                <a:latin typeface="Libre Franklin" pitchFamily="2" charset="0"/>
              </a:rPr>
              <a:t>			Bottero Glass-Assist AI hardware </a:t>
            </a:r>
            <a:r>
              <a:rPr lang="it-IT" sz="2400" dirty="0" err="1">
                <a:latin typeface="Libre Franklin" pitchFamily="2" charset="0"/>
              </a:rPr>
              <a:t>internal</a:t>
            </a:r>
            <a:r>
              <a:rPr lang="it-IT" sz="2400" dirty="0">
                <a:latin typeface="Libre Franklin" pitchFamily="2" charset="0"/>
              </a:rPr>
              <a:t> MVP;</a:t>
            </a:r>
          </a:p>
          <a:p>
            <a:r>
              <a:rPr lang="it-IT" sz="2400" dirty="0">
                <a:latin typeface="Libre Franklin" pitchFamily="2" charset="0"/>
              </a:rPr>
              <a:t>			Project management</a:t>
            </a:r>
          </a:p>
          <a:p>
            <a:r>
              <a:rPr lang="it-IT" sz="2400" dirty="0">
                <a:latin typeface="Libre Franklin" pitchFamily="2" charset="0"/>
              </a:rPr>
              <a:t>			</a:t>
            </a:r>
            <a:r>
              <a:rPr lang="it-IT" sz="2400" dirty="0" err="1">
                <a:latin typeface="Libre Franklin" pitchFamily="2" charset="0"/>
              </a:rPr>
              <a:t>Validation</a:t>
            </a:r>
            <a:r>
              <a:rPr lang="it-IT" sz="2400" dirty="0">
                <a:latin typeface="Libre Franklin" pitchFamily="2" charset="0"/>
              </a:rPr>
              <a:t> (</a:t>
            </a:r>
            <a:r>
              <a:rPr lang="it-IT" sz="2400" dirty="0" err="1">
                <a:latin typeface="Libre Franklin" pitchFamily="2" charset="0"/>
              </a:rPr>
              <a:t>internal</a:t>
            </a:r>
            <a:r>
              <a:rPr lang="it-IT" sz="2400" dirty="0">
                <a:latin typeface="Libre Franklin" pitchFamily="2" charset="0"/>
              </a:rPr>
              <a:t> and customer)</a:t>
            </a:r>
          </a:p>
          <a:p>
            <a:endParaRPr lang="en-IN" sz="2400" dirty="0">
              <a:latin typeface="Libre Franklin" pitchFamily="2" charset="0"/>
            </a:endParaRPr>
          </a:p>
          <a:p>
            <a:endParaRPr lang="en-IN" sz="2400" dirty="0">
              <a:latin typeface="Libre Franklin" pitchFamily="2" charset="0"/>
            </a:endParaRP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5CD7B9F6-4331-9E4E-990D-B1A72DCF62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it-IT" sz="2800" dirty="0">
                <a:latin typeface="Libre Franklin" pitchFamily="2" charset="0"/>
              </a:rPr>
              <a:t>💰</a:t>
            </a:r>
            <a:r>
              <a:rPr lang="en-GB" sz="2800" dirty="0"/>
              <a:t> Costs</a:t>
            </a:r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2F76F0DD-D9E9-30F5-3F83-0C659E48B35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it-IT" dirty="0"/>
              <a:t>Costs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BC5D47A0-5F70-961F-3908-ECB37919D61A}"/>
              </a:ext>
            </a:extLst>
          </p:cNvPr>
          <p:cNvSpPr txBox="1"/>
          <p:nvPr/>
        </p:nvSpPr>
        <p:spPr>
          <a:xfrm>
            <a:off x="9665471" y="3340873"/>
            <a:ext cx="473355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dirty="0">
                <a:latin typeface="Libre Franklin Light" panose="00000400000000000000" pitchFamily="2" charset="0"/>
              </a:rPr>
              <a:t>Includes material and manpower cost + supply transport + custom </a:t>
            </a:r>
            <a:r>
              <a:rPr lang="en-GB" dirty="0" err="1">
                <a:latin typeface="Libre Franklin Light" panose="00000400000000000000" pitchFamily="2" charset="0"/>
              </a:rPr>
              <a:t>clearence</a:t>
            </a:r>
            <a:r>
              <a:rPr lang="en-GB" dirty="0">
                <a:latin typeface="Libre Franklin Light" panose="00000400000000000000" pitchFamily="2" charset="0"/>
              </a:rPr>
              <a:t> + warranty</a:t>
            </a:r>
          </a:p>
        </p:txBody>
      </p:sp>
      <p:cxnSp>
        <p:nvCxnSpPr>
          <p:cNvPr id="7" name="Connettore 2 6">
            <a:extLst>
              <a:ext uri="{FF2B5EF4-FFF2-40B4-BE49-F238E27FC236}">
                <a16:creationId xmlns:a16="http://schemas.microsoft.com/office/drawing/2014/main" id="{5B467999-2587-593A-CB43-9570E02850E3}"/>
              </a:ext>
            </a:extLst>
          </p:cNvPr>
          <p:cNvCxnSpPr>
            <a:cxnSpLocks/>
          </p:cNvCxnSpPr>
          <p:nvPr/>
        </p:nvCxnSpPr>
        <p:spPr>
          <a:xfrm flipH="1" flipV="1">
            <a:off x="8356010" y="3039070"/>
            <a:ext cx="1309461" cy="6036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4D894EA3-B8BB-8DE3-8736-3372990E809B}"/>
              </a:ext>
            </a:extLst>
          </p:cNvPr>
          <p:cNvSpPr txBox="1"/>
          <p:nvPr/>
        </p:nvSpPr>
        <p:spPr>
          <a:xfrm>
            <a:off x="7315200" y="7335694"/>
            <a:ext cx="7315200" cy="327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  <a:buNone/>
            </a:pPr>
            <a:r>
              <a:rPr lang="it-IT" sz="14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Libre Franklin" panose="00000500000000000000" pitchFamily="2" charset="0"/>
                <a:ea typeface="Calibri" panose="020F0502020204030204" pitchFamily="34" charset="0"/>
                <a:cs typeface="Arial" panose="020B0604020202020204" pitchFamily="34" charset="0"/>
              </a:rPr>
              <a:t>See «</a:t>
            </a:r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Libre Franklin" panose="00000500000000000000" pitchFamily="2" charset="0"/>
                <a:ea typeface="Calibri" panose="020F0502020204030204" pitchFamily="34" charset="0"/>
                <a:cs typeface="Arial" panose="020B0604020202020204" pitchFamily="34" charset="0"/>
              </a:rPr>
              <a:t>4.1	Industrial costs of product</a:t>
            </a:r>
            <a:r>
              <a:rPr lang="it-IT" sz="14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Libre Franklin" panose="00000500000000000000" pitchFamily="2" charset="0"/>
                <a:ea typeface="Calibri" panose="020F0502020204030204" pitchFamily="34" charset="0"/>
                <a:cs typeface="Arial" panose="020B0604020202020204" pitchFamily="34" charset="0"/>
              </a:rPr>
              <a:t>»</a:t>
            </a:r>
            <a:endParaRPr lang="it-IT" sz="1400" dirty="0">
              <a:effectLst/>
              <a:latin typeface="Libre Franklin Light" panose="00000400000000000000" pitchFamily="2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5CD7B9F6-4331-9E4E-990D-B1A72DCF62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sz="2800" dirty="0"/>
              <a:t>🔒 Confidentiality / Patentability / Certifications</a:t>
            </a:r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EF04A3E7-635C-7C8A-CBE1-16DA944A4A3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it-IT" dirty="0" err="1"/>
              <a:t>Specification</a:t>
            </a:r>
            <a:endParaRPr lang="it-IT" dirty="0"/>
          </a:p>
        </p:txBody>
      </p:sp>
      <p:sp>
        <p:nvSpPr>
          <p:cNvPr id="4" name="Shape 2674">
            <a:extLst>
              <a:ext uri="{FF2B5EF4-FFF2-40B4-BE49-F238E27FC236}">
                <a16:creationId xmlns:a16="http://schemas.microsoft.com/office/drawing/2014/main" id="{B423EF21-52F7-4629-AA9F-04070AD23E34}"/>
              </a:ext>
            </a:extLst>
          </p:cNvPr>
          <p:cNvSpPr/>
          <p:nvPr/>
        </p:nvSpPr>
        <p:spPr>
          <a:xfrm>
            <a:off x="609600" y="1973635"/>
            <a:ext cx="13380166" cy="34347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54862" tIns="54862" rIns="54862" bIns="54862">
            <a:spAutoFit/>
          </a:bodyPr>
          <a:lstStyle/>
          <a:p>
            <a:r>
              <a:rPr lang="it-IT" sz="2400" b="1" dirty="0">
                <a:solidFill>
                  <a:srgbClr val="0698D6"/>
                </a:solidFill>
                <a:latin typeface="Libre Franklin" pitchFamily="2" charset="0"/>
              </a:rPr>
              <a:t>📚 </a:t>
            </a:r>
            <a:r>
              <a:rPr lang="it-IT" sz="2400" b="1" dirty="0" err="1">
                <a:solidFill>
                  <a:srgbClr val="0698D6"/>
                </a:solidFill>
                <a:latin typeface="Libre Franklin" pitchFamily="2" charset="0"/>
              </a:rPr>
              <a:t>Grounded</a:t>
            </a:r>
            <a:r>
              <a:rPr lang="it-IT" sz="2400" b="1" dirty="0">
                <a:solidFill>
                  <a:srgbClr val="0698D6"/>
                </a:solidFill>
                <a:latin typeface="Libre Franklin" pitchFamily="2" charset="0"/>
              </a:rPr>
              <a:t> on Bottero </a:t>
            </a:r>
            <a:r>
              <a:rPr lang="it-IT" sz="2400" b="1" dirty="0" err="1">
                <a:solidFill>
                  <a:srgbClr val="0698D6"/>
                </a:solidFill>
                <a:latin typeface="Libre Franklin" pitchFamily="2" charset="0"/>
              </a:rPr>
              <a:t>documentation</a:t>
            </a:r>
            <a:r>
              <a:rPr lang="it-IT" sz="2400" b="1" dirty="0">
                <a:solidFill>
                  <a:srgbClr val="0698D6"/>
                </a:solidFill>
                <a:latin typeface="Libre Franklin" pitchFamily="2" charset="0"/>
              </a:rPr>
              <a:t> </a:t>
            </a:r>
            <a:r>
              <a:rPr lang="it-IT" sz="2400" dirty="0">
                <a:latin typeface="Libre Franklin" pitchFamily="2" charset="0"/>
              </a:rPr>
              <a:t>(dataset), with </a:t>
            </a:r>
            <a:r>
              <a:rPr lang="it-IT" sz="2400" dirty="0" err="1">
                <a:latin typeface="Libre Franklin" pitchFamily="2" charset="0"/>
              </a:rPr>
              <a:t>traceable</a:t>
            </a:r>
            <a:r>
              <a:rPr lang="it-IT" sz="2400" dirty="0">
                <a:latin typeface="Libre Franklin" pitchFamily="2" charset="0"/>
              </a:rPr>
              <a:t> </a:t>
            </a:r>
            <a:r>
              <a:rPr lang="it-IT" sz="2400" dirty="0" err="1">
                <a:latin typeface="Libre Franklin" pitchFamily="2" charset="0"/>
              </a:rPr>
              <a:t>citations</a:t>
            </a:r>
            <a:endParaRPr lang="it-IT" sz="2400" dirty="0">
              <a:latin typeface="Libre Franklin" pitchFamily="2" charset="0"/>
            </a:endParaRPr>
          </a:p>
          <a:p>
            <a:r>
              <a:rPr lang="it-IT" sz="2400" dirty="0">
                <a:latin typeface="Libre Franklin" pitchFamily="2" charset="0"/>
              </a:rPr>
              <a:t>🔒 </a:t>
            </a:r>
            <a:r>
              <a:rPr lang="it-IT" sz="2400" b="1" dirty="0">
                <a:solidFill>
                  <a:srgbClr val="0698D6"/>
                </a:solidFill>
                <a:latin typeface="Libre Franklin" pitchFamily="2" charset="0"/>
              </a:rPr>
              <a:t>Bottero IP </a:t>
            </a:r>
            <a:r>
              <a:rPr lang="it-IT" sz="2400" b="1" dirty="0" err="1">
                <a:solidFill>
                  <a:srgbClr val="0698D6"/>
                </a:solidFill>
                <a:latin typeface="Libre Franklin" pitchFamily="2" charset="0"/>
              </a:rPr>
              <a:t>remains</a:t>
            </a:r>
            <a:r>
              <a:rPr lang="it-IT" sz="2400" b="1" dirty="0">
                <a:solidFill>
                  <a:srgbClr val="0698D6"/>
                </a:solidFill>
                <a:latin typeface="Libre Franklin" pitchFamily="2" charset="0"/>
              </a:rPr>
              <a:t> Bottero </a:t>
            </a:r>
            <a:r>
              <a:rPr lang="it-IT" sz="2400" b="1" dirty="0" err="1">
                <a:solidFill>
                  <a:srgbClr val="0698D6"/>
                </a:solidFill>
                <a:latin typeface="Libre Franklin" pitchFamily="2" charset="0"/>
              </a:rPr>
              <a:t>property</a:t>
            </a:r>
            <a:r>
              <a:rPr lang="it-IT" sz="2400" b="1" dirty="0">
                <a:solidFill>
                  <a:srgbClr val="0698D6"/>
                </a:solidFill>
                <a:latin typeface="Libre Franklin" pitchFamily="2" charset="0"/>
              </a:rPr>
              <a:t> </a:t>
            </a:r>
            <a:r>
              <a:rPr lang="it-IT" sz="2400" dirty="0">
                <a:latin typeface="Libre Franklin" pitchFamily="2" charset="0"/>
              </a:rPr>
              <a:t>(datasets, prompts/templates, </a:t>
            </a:r>
            <a:r>
              <a:rPr lang="it-IT" sz="2400" dirty="0" err="1">
                <a:latin typeface="Libre Franklin" pitchFamily="2" charset="0"/>
              </a:rPr>
              <a:t>configurations</a:t>
            </a:r>
            <a:r>
              <a:rPr lang="it-IT" sz="2400" dirty="0">
                <a:latin typeface="Libre Franklin" pitchFamily="2" charset="0"/>
              </a:rPr>
              <a:t>, workflows)</a:t>
            </a:r>
          </a:p>
          <a:p>
            <a:r>
              <a:rPr lang="it-IT" sz="2400" b="1" dirty="0">
                <a:solidFill>
                  <a:srgbClr val="0698D6"/>
                </a:solidFill>
                <a:latin typeface="Libre Franklin" pitchFamily="2" charset="0"/>
              </a:rPr>
              <a:t>🔐 Secure-by-design</a:t>
            </a:r>
            <a:r>
              <a:rPr lang="it-IT" sz="2400" dirty="0">
                <a:latin typeface="Libre Franklin" pitchFamily="2" charset="0"/>
              </a:rPr>
              <a:t>: on‑premise deployment, </a:t>
            </a:r>
            <a:r>
              <a:rPr lang="it-IT" sz="2400" dirty="0" err="1">
                <a:latin typeface="Libre Franklin" pitchFamily="2" charset="0"/>
              </a:rPr>
              <a:t>segmentation</a:t>
            </a:r>
            <a:r>
              <a:rPr lang="it-IT" sz="2400" dirty="0">
                <a:latin typeface="Libre Franklin" pitchFamily="2" charset="0"/>
              </a:rPr>
              <a:t>, authentication</a:t>
            </a:r>
          </a:p>
          <a:p>
            <a:endParaRPr lang="it-IT" sz="2400" dirty="0">
              <a:latin typeface="Libre Franklin" pitchFamily="2" charset="0"/>
            </a:endParaRPr>
          </a:p>
          <a:p>
            <a:endParaRPr lang="en-IN" sz="2400" dirty="0">
              <a:latin typeface="Libre Franklin" pitchFamily="2" charset="0"/>
            </a:endParaRPr>
          </a:p>
          <a:p>
            <a:endParaRPr lang="en-IN" sz="2400" dirty="0">
              <a:latin typeface="Libre Franklin" pitchFamily="2" charset="0"/>
            </a:endParaRPr>
          </a:p>
          <a:p>
            <a:endParaRPr lang="en-IN" sz="2400" dirty="0">
              <a:latin typeface="Libre Franklin" pitchFamily="2" charset="0"/>
            </a:endParaRPr>
          </a:p>
          <a:p>
            <a:endParaRPr lang="en-IN" sz="2400" dirty="0">
              <a:latin typeface="Libre Franklin" pitchFamily="2" charset="0"/>
            </a:endParaRPr>
          </a:p>
        </p:txBody>
      </p:sp>
      <p:sp>
        <p:nvSpPr>
          <p:cNvPr id="2" name="Segnaposto testo 5">
            <a:extLst>
              <a:ext uri="{FF2B5EF4-FFF2-40B4-BE49-F238E27FC236}">
                <a16:creationId xmlns:a16="http://schemas.microsoft.com/office/drawing/2014/main" id="{0BEB3BA0-DD09-06ED-1BF1-F6888BCDF531}"/>
              </a:ext>
            </a:extLst>
          </p:cNvPr>
          <p:cNvSpPr txBox="1">
            <a:spLocks/>
          </p:cNvSpPr>
          <p:nvPr/>
        </p:nvSpPr>
        <p:spPr>
          <a:xfrm>
            <a:off x="640634" y="3607676"/>
            <a:ext cx="7924800" cy="636587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 kern="1200" spc="-90" baseline="0">
                <a:solidFill>
                  <a:schemeClr val="tx2"/>
                </a:solidFill>
                <a:latin typeface="Libre Franklin" panose="000008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b="1" kern="1200">
                <a:solidFill>
                  <a:srgbClr val="006695"/>
                </a:solidFill>
                <a:latin typeface="Libre Franklin" panose="00000800000000000000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b="1" kern="1200">
                <a:solidFill>
                  <a:srgbClr val="006695"/>
                </a:solidFill>
                <a:latin typeface="Libre Franklin" panose="00000800000000000000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b="1" kern="1200">
                <a:solidFill>
                  <a:srgbClr val="006695"/>
                </a:solidFill>
                <a:latin typeface="Libre Franklin" panose="00000800000000000000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b="1" kern="1200">
                <a:solidFill>
                  <a:srgbClr val="006695"/>
                </a:solidFill>
                <a:latin typeface="Libre Franklin" panose="000008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/>
              <a:t>Compliance</a:t>
            </a:r>
            <a:endParaRPr lang="it-IT" dirty="0"/>
          </a:p>
        </p:txBody>
      </p:sp>
      <p:sp>
        <p:nvSpPr>
          <p:cNvPr id="3" name="Shape 2674">
            <a:extLst>
              <a:ext uri="{FF2B5EF4-FFF2-40B4-BE49-F238E27FC236}">
                <a16:creationId xmlns:a16="http://schemas.microsoft.com/office/drawing/2014/main" id="{84371123-D0AF-B176-99A4-5CCED87BCE42}"/>
              </a:ext>
            </a:extLst>
          </p:cNvPr>
          <p:cNvSpPr/>
          <p:nvPr/>
        </p:nvSpPr>
        <p:spPr>
          <a:xfrm>
            <a:off x="640634" y="4025999"/>
            <a:ext cx="13380166" cy="38041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54862" tIns="54862" rIns="54862" bIns="54862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it-IT" sz="2400" b="1" dirty="0">
                <a:solidFill>
                  <a:srgbClr val="0698D6"/>
                </a:solidFill>
                <a:latin typeface="Libre Franklin" pitchFamily="2" charset="0"/>
              </a:rPr>
              <a:t>ISO 9001 </a:t>
            </a:r>
            <a:r>
              <a:rPr lang="it-IT" sz="2400" dirty="0">
                <a:latin typeface="Libre Franklin" pitchFamily="2" charset="0"/>
              </a:rPr>
              <a:t>(for innovation process, production quality, and document management)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it-IT" sz="2400" b="1" dirty="0">
                <a:solidFill>
                  <a:srgbClr val="0698D6"/>
                </a:solidFill>
                <a:latin typeface="Libre Franklin" pitchFamily="2" charset="0"/>
              </a:rPr>
              <a:t>GDPR</a:t>
            </a:r>
            <a:r>
              <a:rPr lang="it-IT" sz="2400" dirty="0">
                <a:latin typeface="Libre Franklin" pitchFamily="2" charset="0"/>
              </a:rPr>
              <a:t> compliance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it-IT" sz="2400" b="1" dirty="0">
                <a:solidFill>
                  <a:srgbClr val="0698D6"/>
                </a:solidFill>
                <a:latin typeface="Libre Franklin" pitchFamily="2" charset="0"/>
              </a:rPr>
              <a:t>Customer IT governance </a:t>
            </a:r>
            <a:r>
              <a:rPr lang="it-IT" sz="2400" dirty="0">
                <a:latin typeface="Libre Franklin" pitchFamily="2" charset="0"/>
              </a:rPr>
              <a:t>requirements applicable to on-premise industrial software, with read-only integration, </a:t>
            </a:r>
            <a:r>
              <a:rPr lang="it-IT" sz="2400" dirty="0" err="1">
                <a:latin typeface="Libre Franklin" pitchFamily="2" charset="0"/>
              </a:rPr>
              <a:t>privileged</a:t>
            </a:r>
            <a:r>
              <a:rPr lang="it-IT" sz="2400" dirty="0">
                <a:latin typeface="Libre Franklin" pitchFamily="2" charset="0"/>
              </a:rPr>
              <a:t> access and </a:t>
            </a:r>
            <a:r>
              <a:rPr lang="it-IT" sz="2400" dirty="0" err="1">
                <a:latin typeface="Libre Franklin" pitchFamily="2" charset="0"/>
              </a:rPr>
              <a:t>controlled</a:t>
            </a:r>
            <a:r>
              <a:rPr lang="it-IT" sz="2400" dirty="0">
                <a:latin typeface="Libre Franklin" pitchFamily="2" charset="0"/>
              </a:rPr>
              <a:t> (by Bottero) content </a:t>
            </a:r>
            <a:r>
              <a:rPr lang="it-IT" sz="2400" dirty="0" err="1">
                <a:latin typeface="Libre Franklin" pitchFamily="2" charset="0"/>
              </a:rPr>
              <a:t>administration</a:t>
            </a:r>
            <a:r>
              <a:rPr lang="it-IT" sz="2400" dirty="0">
                <a:latin typeface="Libre Franklin" pitchFamily="2" charset="0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rgbClr val="0698D6"/>
                </a:solidFill>
                <a:latin typeface="Libre Franklin" pitchFamily="2" charset="0"/>
              </a:rPr>
              <a:t>EU Data and AI Act</a:t>
            </a:r>
            <a:endParaRPr lang="it-IT" sz="2400" b="1" dirty="0">
              <a:solidFill>
                <a:srgbClr val="0698D6"/>
              </a:solidFill>
              <a:latin typeface="Libre Franklin" pitchFamily="2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it-IT" sz="2400" dirty="0">
              <a:latin typeface="Libre Franklin" pitchFamily="2" charset="0"/>
            </a:endParaRPr>
          </a:p>
          <a:p>
            <a:endParaRPr lang="en-IN" sz="2400" dirty="0">
              <a:latin typeface="Libre Franklin" pitchFamily="2" charset="0"/>
            </a:endParaRPr>
          </a:p>
          <a:p>
            <a:endParaRPr lang="en-IN" sz="2400" dirty="0">
              <a:latin typeface="Libre Franklin" pitchFamily="2" charset="0"/>
            </a:endParaRPr>
          </a:p>
          <a:p>
            <a:endParaRPr lang="en-IN" sz="2400" dirty="0">
              <a:latin typeface="Libre Franklin" pitchFamily="2" charset="0"/>
            </a:endParaRPr>
          </a:p>
          <a:p>
            <a:endParaRPr lang="en-IN" sz="2400" dirty="0">
              <a:latin typeface="Libre Franklin" pitchFamily="2" charset="0"/>
            </a:endParaRP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E276622E-21CF-DE59-FA91-C9BF7C88A22D}"/>
              </a:ext>
            </a:extLst>
          </p:cNvPr>
          <p:cNvSpPr txBox="1"/>
          <p:nvPr/>
        </p:nvSpPr>
        <p:spPr>
          <a:xfrm>
            <a:off x="7330717" y="6931706"/>
            <a:ext cx="7315200" cy="6778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  <a:buNone/>
            </a:pPr>
            <a:r>
              <a:rPr lang="it-IT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Libre Franklin" panose="00000500000000000000" pitchFamily="2" charset="0"/>
                <a:ea typeface="Calibri" panose="020F0502020204030204" pitchFamily="34" charset="0"/>
                <a:cs typeface="Arial" panose="020B0604020202020204" pitchFamily="34" charset="0"/>
              </a:rPr>
              <a:t>See « </a:t>
            </a:r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Libre Franklin" panose="00000500000000000000" pitchFamily="2" charset="0"/>
                <a:ea typeface="Calibri" panose="020F0502020204030204" pitchFamily="34" charset="0"/>
                <a:cs typeface="Arial" panose="020B0604020202020204" pitchFamily="34" charset="0"/>
              </a:rPr>
              <a:t>3.4	Certification or Norms reference and documentation (laws and standards)</a:t>
            </a:r>
            <a:r>
              <a:rPr lang="it-IT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Libre Franklin" panose="00000500000000000000" pitchFamily="2" charset="0"/>
                <a:ea typeface="Calibri" panose="020F0502020204030204" pitchFamily="34" charset="0"/>
                <a:cs typeface="Arial" panose="020B0604020202020204" pitchFamily="34" charset="0"/>
              </a:rPr>
              <a:t> »</a:t>
            </a:r>
            <a:endParaRPr lang="en-US" sz="1400" dirty="0">
              <a:solidFill>
                <a:schemeClr val="accent6">
                  <a:lumMod val="60000"/>
                  <a:lumOff val="40000"/>
                </a:schemeClr>
              </a:solidFill>
              <a:latin typeface="Libre Franklin" panose="00000500000000000000" pitchFamily="2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>
              <a:lnSpc>
                <a:spcPct val="115000"/>
              </a:lnSpc>
              <a:spcAft>
                <a:spcPts val="800"/>
              </a:spcAft>
              <a:buNone/>
            </a:pPr>
            <a:r>
              <a:rPr lang="it-IT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Libre Franklin" panose="00000500000000000000" pitchFamily="2" charset="0"/>
                <a:ea typeface="Calibri" panose="020F0502020204030204" pitchFamily="34" charset="0"/>
                <a:cs typeface="Arial" panose="020B0604020202020204" pitchFamily="34" charset="0"/>
              </a:rPr>
              <a:t>See «4.3.2	Product Safety »</a:t>
            </a:r>
            <a:endParaRPr lang="it-IT" sz="1400" dirty="0">
              <a:effectLst/>
              <a:latin typeface="Libre Franklin Light" panose="00000400000000000000" pitchFamily="2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674">
            <a:extLst>
              <a:ext uri="{FF2B5EF4-FFF2-40B4-BE49-F238E27FC236}">
                <a16:creationId xmlns:a16="http://schemas.microsoft.com/office/drawing/2014/main" id="{B423EF21-52F7-4629-AA9F-04070AD23E34}"/>
              </a:ext>
            </a:extLst>
          </p:cNvPr>
          <p:cNvSpPr/>
          <p:nvPr/>
        </p:nvSpPr>
        <p:spPr>
          <a:xfrm>
            <a:off x="589834" y="2239240"/>
            <a:ext cx="13380166" cy="30654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54862" tIns="54862" rIns="54862" bIns="54862">
            <a:spAutoFit/>
          </a:bodyPr>
          <a:lstStyle/>
          <a:p>
            <a:r>
              <a:rPr lang="it-IT" sz="2400" dirty="0">
                <a:latin typeface="Libre Franklin" pitchFamily="2" charset="0"/>
              </a:rPr>
              <a:t>This project builds on previous internal knowledge-based support initiatives (“Lesson learned” teams) for Bottero hollow glass equipment.</a:t>
            </a:r>
          </a:p>
          <a:p>
            <a:endParaRPr lang="it-IT" sz="2400" dirty="0">
              <a:latin typeface="Libre Franklin" pitchFamily="2" charset="0"/>
            </a:endParaRPr>
          </a:p>
          <a:p>
            <a:r>
              <a:rPr lang="it-IT" sz="2400" dirty="0">
                <a:latin typeface="Libre Franklin" pitchFamily="2" charset="0"/>
              </a:rPr>
              <a:t>Compared with those initiatives, Bottero Glass-Assist AI introduces a product-oriented approach for end customers and adds read-only </a:t>
            </a:r>
            <a:r>
              <a:rPr lang="it-IT" sz="2400" dirty="0" err="1">
                <a:latin typeface="Libre Franklin" pitchFamily="2" charset="0"/>
              </a:rPr>
              <a:t>integration</a:t>
            </a:r>
            <a:r>
              <a:rPr lang="it-IT" sz="2400" dirty="0">
                <a:latin typeface="Libre Franklin" pitchFamily="2" charset="0"/>
              </a:rPr>
              <a:t> with </a:t>
            </a:r>
            <a:r>
              <a:rPr lang="it-IT" sz="2400" dirty="0" err="1">
                <a:latin typeface="Libre Franklin" pitchFamily="2" charset="0"/>
              </a:rPr>
              <a:t>machinery</a:t>
            </a:r>
            <a:r>
              <a:rPr lang="it-IT" sz="2400" dirty="0">
                <a:latin typeface="Libre Franklin" pitchFamily="2" charset="0"/>
              </a:rPr>
              <a:t>.</a:t>
            </a:r>
            <a:endParaRPr lang="en-IN" sz="2400" dirty="0">
              <a:latin typeface="Libre Franklin" pitchFamily="2" charset="0"/>
            </a:endParaRPr>
          </a:p>
          <a:p>
            <a:endParaRPr lang="en-IN" sz="2400" dirty="0">
              <a:latin typeface="Libre Franklin" pitchFamily="2" charset="0"/>
            </a:endParaRPr>
          </a:p>
          <a:p>
            <a:endParaRPr lang="en-IN" sz="2400" dirty="0">
              <a:latin typeface="Libre Franklin" pitchFamily="2" charset="0"/>
            </a:endParaRPr>
          </a:p>
          <a:p>
            <a:endParaRPr lang="en-IN" sz="2400" dirty="0">
              <a:latin typeface="Libre Franklin" pitchFamily="2" charset="0"/>
            </a:endParaRP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5CD7B9F6-4331-9E4E-990D-B1A72DCF62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sz="2800" dirty="0"/>
              <a:t>📌 Reference to similar or related project</a:t>
            </a:r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C82F8175-D252-B564-C932-4B38AB6AC1C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it-IT" dirty="0" err="1"/>
              <a:t>Other</a:t>
            </a:r>
            <a:endParaRPr lang="it-IT" dirty="0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10B6C721-D579-EFD2-5930-011898326BA1}"/>
              </a:ext>
            </a:extLst>
          </p:cNvPr>
          <p:cNvSpPr txBox="1"/>
          <p:nvPr/>
        </p:nvSpPr>
        <p:spPr>
          <a:xfrm>
            <a:off x="7315200" y="7316351"/>
            <a:ext cx="7315200" cy="327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  <a:buNone/>
            </a:pPr>
            <a:r>
              <a:rPr lang="it-IT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Libre Franklin" panose="00000500000000000000" pitchFamily="2" charset="0"/>
                <a:ea typeface="Calibri" panose="020F0502020204030204" pitchFamily="34" charset="0"/>
                <a:cs typeface="Arial" panose="020B0604020202020204" pitchFamily="34" charset="0"/>
              </a:rPr>
              <a:t>See «</a:t>
            </a:r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Libre Franklin" panose="00000500000000000000" pitchFamily="2" charset="0"/>
                <a:ea typeface="Calibri" panose="020F0502020204030204" pitchFamily="34" charset="0"/>
                <a:cs typeface="Arial" panose="020B0604020202020204" pitchFamily="34" charset="0"/>
              </a:rPr>
              <a:t>3.3	Reference to similar or related project</a:t>
            </a:r>
            <a:r>
              <a:rPr lang="it-IT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Libre Franklin" panose="00000500000000000000" pitchFamily="2" charset="0"/>
                <a:ea typeface="Calibri" panose="020F0502020204030204" pitchFamily="34" charset="0"/>
                <a:cs typeface="Arial" panose="020B0604020202020204" pitchFamily="34" charset="0"/>
              </a:rPr>
              <a:t> »</a:t>
            </a:r>
            <a:endParaRPr lang="en-US" sz="1400" dirty="0">
              <a:solidFill>
                <a:schemeClr val="accent6">
                  <a:lumMod val="60000"/>
                  <a:lumOff val="40000"/>
                </a:schemeClr>
              </a:solidFill>
              <a:latin typeface="Libre Franklin" panose="00000500000000000000" pitchFamily="2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vers">
  <a:themeElements>
    <a:clrScheme name="Bottero_color">
      <a:dk1>
        <a:srgbClr val="000000"/>
      </a:dk1>
      <a:lt1>
        <a:srgbClr val="FFFFFF"/>
      </a:lt1>
      <a:dk2>
        <a:srgbClr val="005183"/>
      </a:dk2>
      <a:lt2>
        <a:srgbClr val="0698D6"/>
      </a:lt2>
      <a:accent1>
        <a:srgbClr val="575756"/>
      </a:accent1>
      <a:accent2>
        <a:srgbClr val="DADADA"/>
      </a:accent2>
      <a:accent3>
        <a:srgbClr val="95C11F"/>
      </a:accent3>
      <a:accent4>
        <a:srgbClr val="002630"/>
      </a:accent4>
      <a:accent5>
        <a:srgbClr val="424242"/>
      </a:accent5>
      <a:accent6>
        <a:srgbClr val="5F5F5F"/>
      </a:accent6>
      <a:hlink>
        <a:srgbClr val="919191"/>
      </a:hlink>
      <a:folHlink>
        <a:srgbClr val="D5D5D5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OTTERO Template PPT" id="{F1BD9CD3-E44F-9B4D-809A-D418DC7749C2}" vid="{AB9D3906-7C8E-0546-AA4F-A407ECA5D576}"/>
    </a:ext>
  </a:extLst>
</a:theme>
</file>

<file path=ppt/theme/theme2.xml><?xml version="1.0" encoding="utf-8"?>
<a:theme xmlns:a="http://schemas.openxmlformats.org/drawingml/2006/main" name="Horizontal_linear">
  <a:themeElements>
    <a:clrScheme name="Bottero_color">
      <a:dk1>
        <a:srgbClr val="000000"/>
      </a:dk1>
      <a:lt1>
        <a:srgbClr val="FFFFFF"/>
      </a:lt1>
      <a:dk2>
        <a:srgbClr val="005183"/>
      </a:dk2>
      <a:lt2>
        <a:srgbClr val="0698D6"/>
      </a:lt2>
      <a:accent1>
        <a:srgbClr val="575756"/>
      </a:accent1>
      <a:accent2>
        <a:srgbClr val="DADADA"/>
      </a:accent2>
      <a:accent3>
        <a:srgbClr val="95C11F"/>
      </a:accent3>
      <a:accent4>
        <a:srgbClr val="002630"/>
      </a:accent4>
      <a:accent5>
        <a:srgbClr val="424242"/>
      </a:accent5>
      <a:accent6>
        <a:srgbClr val="5F5F5F"/>
      </a:accent6>
      <a:hlink>
        <a:srgbClr val="919191"/>
      </a:hlink>
      <a:folHlink>
        <a:srgbClr val="D5D5D5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OTTERO Template PPT" id="{F1BD9CD3-E44F-9B4D-809A-D418DC7749C2}" vid="{DEC68761-8A22-D046-9DF1-5405318300BE}"/>
    </a:ext>
  </a:extLst>
</a:theme>
</file>

<file path=ppt/theme/theme3.xml><?xml version="1.0" encoding="utf-8"?>
<a:theme xmlns:a="http://schemas.openxmlformats.org/drawingml/2006/main" name="Horizontal_curve">
  <a:themeElements>
    <a:clrScheme name="Bottero_color">
      <a:dk1>
        <a:srgbClr val="000000"/>
      </a:dk1>
      <a:lt1>
        <a:srgbClr val="FFFFFF"/>
      </a:lt1>
      <a:dk2>
        <a:srgbClr val="005183"/>
      </a:dk2>
      <a:lt2>
        <a:srgbClr val="0698D6"/>
      </a:lt2>
      <a:accent1>
        <a:srgbClr val="575756"/>
      </a:accent1>
      <a:accent2>
        <a:srgbClr val="DADADA"/>
      </a:accent2>
      <a:accent3>
        <a:srgbClr val="95C11F"/>
      </a:accent3>
      <a:accent4>
        <a:srgbClr val="002630"/>
      </a:accent4>
      <a:accent5>
        <a:srgbClr val="424242"/>
      </a:accent5>
      <a:accent6>
        <a:srgbClr val="5F5F5F"/>
      </a:accent6>
      <a:hlink>
        <a:srgbClr val="919191"/>
      </a:hlink>
      <a:folHlink>
        <a:srgbClr val="D5D5D5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OTTERO Template PPT" id="{F1BD9CD3-E44F-9B4D-809A-D418DC7749C2}" vid="{3F802392-E383-FD4B-9B4F-EFC2CEE3BCDD}"/>
    </a:ext>
  </a:extLst>
</a:theme>
</file>

<file path=ppt/theme/theme4.xml><?xml version="1.0" encoding="utf-8"?>
<a:theme xmlns:a="http://schemas.openxmlformats.org/drawingml/2006/main" name="Vertical">
  <a:themeElements>
    <a:clrScheme name="Bottero_color">
      <a:dk1>
        <a:srgbClr val="000000"/>
      </a:dk1>
      <a:lt1>
        <a:srgbClr val="FFFFFF"/>
      </a:lt1>
      <a:dk2>
        <a:srgbClr val="005183"/>
      </a:dk2>
      <a:lt2>
        <a:srgbClr val="0698D6"/>
      </a:lt2>
      <a:accent1>
        <a:srgbClr val="575756"/>
      </a:accent1>
      <a:accent2>
        <a:srgbClr val="DADADA"/>
      </a:accent2>
      <a:accent3>
        <a:srgbClr val="95C11F"/>
      </a:accent3>
      <a:accent4>
        <a:srgbClr val="002630"/>
      </a:accent4>
      <a:accent5>
        <a:srgbClr val="424242"/>
      </a:accent5>
      <a:accent6>
        <a:srgbClr val="5F5F5F"/>
      </a:accent6>
      <a:hlink>
        <a:srgbClr val="919191"/>
      </a:hlink>
      <a:folHlink>
        <a:srgbClr val="D5D5D5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OTTERO Template PPT" id="{F1BD9CD3-E44F-9B4D-809A-D418DC7749C2}" vid="{52D39367-4733-1F4E-8B02-2CCCAE998479}"/>
    </a:ext>
  </a:extLst>
</a:theme>
</file>

<file path=ppt/theme/theme5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00140a6-e051-4bfc-9d33-838d0c2f32f3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68EB478AE96FF4FB49E3CF865ED1518" ma:contentTypeVersion="9" ma:contentTypeDescription="Create a new document." ma:contentTypeScope="" ma:versionID="90789ef7611bbc9f83a537429f695a05">
  <xsd:schema xmlns:xsd="http://www.w3.org/2001/XMLSchema" xmlns:xs="http://www.w3.org/2001/XMLSchema" xmlns:p="http://schemas.microsoft.com/office/2006/metadata/properties" xmlns:ns2="b00140a6-e051-4bfc-9d33-838d0c2f32f3" targetNamespace="http://schemas.microsoft.com/office/2006/metadata/properties" ma:root="true" ma:fieldsID="c53cd4f8b27ea7c86e2044e12f568958" ns2:_="">
    <xsd:import namespace="b00140a6-e051-4bfc-9d33-838d0c2f32f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00140a6-e051-4bfc-9d33-838d0c2f32f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31fb4c01-85f1-43b9-9a7e-2a53a7614e1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5DC6B37-FA2D-42EA-B306-7DB1AD13F459}">
  <ds:schemaRefs>
    <ds:schemaRef ds:uri="http://www.w3.org/XML/1998/namespace"/>
    <ds:schemaRef ds:uri="http://schemas.openxmlformats.org/package/2006/metadata/core-properties"/>
    <ds:schemaRef ds:uri="http://schemas.microsoft.com/office/2006/documentManagement/types"/>
    <ds:schemaRef ds:uri="http://purl.org/dc/elements/1.1/"/>
    <ds:schemaRef ds:uri="http://schemas.microsoft.com/office/2006/metadata/properties"/>
    <ds:schemaRef ds:uri="b00140a6-e051-4bfc-9d33-838d0c2f32f3"/>
    <ds:schemaRef ds:uri="http://purl.org/dc/dcmitype/"/>
    <ds:schemaRef ds:uri="http://schemas.microsoft.com/office/infopath/2007/PartnerControl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D426BD6D-6757-442C-BE38-540620A52AC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E49D2C1-67E6-4972-B61B-6B651C176041}"/>
</file>

<file path=docProps/app.xml><?xml version="1.0" encoding="utf-8"?>
<Properties xmlns="http://schemas.openxmlformats.org/officeDocument/2006/extended-properties" xmlns:vt="http://schemas.openxmlformats.org/officeDocument/2006/docPropsVTypes">
  <Template>BOTTERO Template PPT</Template>
  <TotalTime>3687</TotalTime>
  <Words>2012</Words>
  <Application>Microsoft Office PowerPoint</Application>
  <PresentationFormat>Personalizzato</PresentationFormat>
  <Paragraphs>412</Paragraphs>
  <Slides>29</Slides>
  <Notes>5</Notes>
  <HiddenSlides>1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4</vt:i4>
      </vt:variant>
      <vt:variant>
        <vt:lpstr>Titoli diapositive</vt:lpstr>
      </vt:variant>
      <vt:variant>
        <vt:i4>29</vt:i4>
      </vt:variant>
    </vt:vector>
  </HeadingPairs>
  <TitlesOfParts>
    <vt:vector size="39" baseType="lpstr">
      <vt:lpstr>Arial</vt:lpstr>
      <vt:lpstr>Libre Franklin Light</vt:lpstr>
      <vt:lpstr>Wingdings</vt:lpstr>
      <vt:lpstr>Times New Roman</vt:lpstr>
      <vt:lpstr>Libre Franklin</vt:lpstr>
      <vt:lpstr>Calibri</vt:lpstr>
      <vt:lpstr>Covers</vt:lpstr>
      <vt:lpstr>Horizontal_linear</vt:lpstr>
      <vt:lpstr>Horizontal_curve</vt:lpstr>
      <vt:lpstr>Vertical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Paolo Corsini</dc:creator>
  <cp:lastModifiedBy>Paolo Corsini</cp:lastModifiedBy>
  <cp:revision>350</cp:revision>
  <cp:lastPrinted>2019-06-28T06:03:34Z</cp:lastPrinted>
  <dcterms:created xsi:type="dcterms:W3CDTF">2026-04-24T20:30:04Z</dcterms:created>
  <dcterms:modified xsi:type="dcterms:W3CDTF">2026-06-03T09:49:10Z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2019-01-05T00:00:00Z</vt:filetime>
  </property>
  <property fmtid="{D5CDD505-2E9C-101B-9397-08002B2CF9AE}" pid="3" name="Creator">
    <vt:lpwstr>Adobe InDesign CS6 (Windows)</vt:lpwstr>
  </property>
  <property fmtid="{D5CDD505-2E9C-101B-9397-08002B2CF9AE}" pid="4" name="LastSaved">
    <vt:filetime>2019-01-05T00:00:00Z</vt:filetime>
  </property>
  <property fmtid="{D5CDD505-2E9C-101B-9397-08002B2CF9AE}" pid="5" name="ContentTypeId">
    <vt:lpwstr>0x010100E68EB478AE96FF4FB49E3CF865ED1518</vt:lpwstr>
  </property>
  <property fmtid="{D5CDD505-2E9C-101B-9397-08002B2CF9AE}" pid="6" name="MediaServiceImageTags">
    <vt:lpwstr/>
  </property>
</Properties>
</file>