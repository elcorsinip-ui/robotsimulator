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14" r:id="rId4"/>
    <p:sldMasterId id="2147483680" r:id="rId5"/>
    <p:sldMasterId id="2147483698" r:id="rId6"/>
    <p:sldMasterId id="2147483703" r:id="rId7"/>
  </p:sldMasterIdLst>
  <p:notesMasterIdLst>
    <p:notesMasterId r:id="rId37"/>
  </p:notesMasterIdLst>
  <p:handoutMasterIdLst>
    <p:handoutMasterId r:id="rId38"/>
  </p:handout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21"/>
    <p:sldId id="272" r:id="rId20"/>
    <p:sldId id="273" r:id="rId19"/>
    <p:sldId id="274" r:id="rId18"/>
    <p:sldId id="275" r:id="rId17"/>
  </p:sldIdLst>
  <p:sldSz cx="14630400" cy="8229600"/>
  <p:notesSz cx="10234613" cy="7099300"/>
  <p:embeddedFontLst>
    <p:embeddedFont>
      <p:font typeface="Libre Franklin" panose="00000500000000000000" pitchFamily="2" charset="0"/>
      <p:regular r:id="rId39"/>
      <p:bold r:id="rId40"/>
      <p:italic r:id="rId41"/>
      <p:boldItalic r:id="rId42"/>
    </p:embeddedFont>
    <p:embeddedFont>
      <p:font typeface="Libre Franklin Light" panose="00000400000000000000" pitchFamily="2" charset="0"/>
      <p:regular r:id="rId43"/>
      <p:italic r:id="rId44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1" userDrawn="1">
          <p15:clr>
            <a:srgbClr val="A4A3A4"/>
          </p15:clr>
        </p15:guide>
        <p15:guide id="2" pos="390" userDrawn="1">
          <p15:clr>
            <a:srgbClr val="A4A3A4"/>
          </p15:clr>
        </p15:guide>
        <p15:guide id="3" orient="horz" pos="188" userDrawn="1">
          <p15:clr>
            <a:srgbClr val="A4A3A4"/>
          </p15:clr>
        </p15:guide>
        <p15:guide id="4" pos="8832" userDrawn="1">
          <p15:clr>
            <a:srgbClr val="A4A3A4"/>
          </p15:clr>
        </p15:guide>
        <p15:guide id="5" orient="horz" pos="369" userDrawn="1">
          <p15:clr>
            <a:srgbClr val="A4A3A4"/>
          </p15:clr>
        </p15:guide>
        <p15:guide id="6" orient="horz" pos="4996" userDrawn="1">
          <p15:clr>
            <a:srgbClr val="A4A3A4"/>
          </p15:clr>
        </p15:guide>
        <p15:guide id="7" orient="horz" pos="551" userDrawn="1">
          <p15:clr>
            <a:srgbClr val="A4A3A4"/>
          </p15:clr>
        </p15:guide>
        <p15:guide id="10" pos="1183" userDrawn="1">
          <p15:clr>
            <a:srgbClr val="A4A3A4"/>
          </p15:clr>
        </p15:guide>
        <p15:guide id="17" pos="816" userDrawn="1">
          <p15:clr>
            <a:srgbClr val="A4A3A4"/>
          </p15:clr>
        </p15:guide>
        <p15:guide id="18" pos="3225" userDrawn="1">
          <p15:clr>
            <a:srgbClr val="A4A3A4"/>
          </p15:clr>
        </p15:guide>
        <p15:guide id="20" pos="4224" userDrawn="1">
          <p15:clr>
            <a:srgbClr val="A4A3A4"/>
          </p15:clr>
        </p15:guide>
        <p15:guide id="21" pos="7776" userDrawn="1">
          <p15:clr>
            <a:srgbClr val="A4A3A4"/>
          </p15:clr>
        </p15:guide>
        <p15:guide id="22" orient="horz" pos="4860" userDrawn="1">
          <p15:clr>
            <a:srgbClr val="A4A3A4"/>
          </p15:clr>
        </p15:guide>
        <p15:guide id="23" orient="horz" pos="960" userDrawn="1">
          <p15:clr>
            <a:srgbClr val="A4A3A4"/>
          </p15:clr>
        </p15:guide>
        <p15:guide id="24" pos="5991" userDrawn="1">
          <p15:clr>
            <a:srgbClr val="A4A3A4"/>
          </p15:clr>
        </p15:guide>
        <p15:guide id="25" pos="1750" userDrawn="1">
          <p15:clr>
            <a:srgbClr val="A4A3A4"/>
          </p15:clr>
        </p15:guide>
        <p15:guide id="26" orient="horz" pos="7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storero Marcello" initials="OM" lastIdx="6" clrIdx="0">
    <p:extLst>
      <p:ext uri="{19B8F6BF-5375-455C-9EA6-DF929625EA0E}">
        <p15:presenceInfo xmlns:p15="http://schemas.microsoft.com/office/powerpoint/2012/main" userId="S-1-5-21-1336113909-1040713671-1555891258-43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98D6"/>
    <a:srgbClr val="6A6A69"/>
    <a:srgbClr val="0054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5225" autoAdjust="0"/>
    <p:restoredTop sz="95706" autoAdjust="0"/>
  </p:normalViewPr>
  <p:slideViewPr>
    <p:cSldViewPr snapToGrid="0">
      <p:cViewPr varScale="1">
        <p:scale>
          <a:sx n="137" d="100"/>
          <a:sy n="137" d="100"/>
        </p:scale>
        <p:origin x="1016" y="84"/>
      </p:cViewPr>
      <p:guideLst>
        <p:guide orient="horz" pos="2841"/>
        <p:guide pos="390"/>
        <p:guide orient="horz" pos="188"/>
        <p:guide pos="8832"/>
        <p:guide orient="horz" pos="369"/>
        <p:guide orient="horz" pos="4996"/>
        <p:guide orient="horz" pos="551"/>
        <p:guide pos="1183"/>
        <p:guide pos="816"/>
        <p:guide pos="3225"/>
        <p:guide pos="4224"/>
        <p:guide pos="7776"/>
        <p:guide orient="horz" pos="4860"/>
        <p:guide orient="horz" pos="960"/>
        <p:guide pos="5991"/>
        <p:guide pos="1750"/>
        <p:guide orient="horz" pos="778"/>
      </p:guideLst>
    </p:cSldViewPr>
  </p:slideViewPr>
  <p:outlineViewPr>
    <p:cViewPr>
      <p:scale>
        <a:sx n="33" d="100"/>
        <a:sy n="33" d="100"/>
      </p:scale>
      <p:origin x="0" y="-4790"/>
    </p:cViewPr>
  </p:outlineViewPr>
  <p:notesTextViewPr>
    <p:cViewPr>
      <p:scale>
        <a:sx n="120" d="100"/>
        <a:sy n="12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12" d="100"/>
          <a:sy n="112" d="100"/>
        </p:scale>
        <p:origin x="498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8.xml"/><Relationship Id="rId20" Type="http://schemas.openxmlformats.org/officeDocument/2006/relationships/slide" Target="slides/slide17.xml"/><Relationship Id="rId21" Type="http://schemas.openxmlformats.org/officeDocument/2006/relationships/slide" Target="slides/slide16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font" Target="fonts/font1.fntdata"/><Relationship Id="rId40" Type="http://schemas.openxmlformats.org/officeDocument/2006/relationships/font" Target="fonts/font2.fntdata"/><Relationship Id="rId41" Type="http://schemas.openxmlformats.org/officeDocument/2006/relationships/font" Target="fonts/font3.fntdata"/><Relationship Id="rId42" Type="http://schemas.openxmlformats.org/officeDocument/2006/relationships/font" Target="fonts/font4.fntdata"/><Relationship Id="rId43" Type="http://schemas.openxmlformats.org/officeDocument/2006/relationships/font" Target="fonts/font5.fntdata"/><Relationship Id="rId44" Type="http://schemas.openxmlformats.org/officeDocument/2006/relationships/font" Target="fonts/font6.fntdata"/><Relationship Id="rId45" Type="http://schemas.openxmlformats.org/officeDocument/2006/relationships/commentAuthors" Target="commentAuthors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olo Corsini" userId="0dd9e5e3-0793-46f7-a3f7-5c3a60d2ebda" providerId="ADAL" clId="{9A7700A4-8DD8-451E-95D6-41600D4131F5}"/>
    <pc:docChg chg="modSld">
      <pc:chgData name="Paolo Corsini" userId="0dd9e5e3-0793-46f7-a3f7-5c3a60d2ebda" providerId="ADAL" clId="{9A7700A4-8DD8-451E-95D6-41600D4131F5}" dt="2026-06-03T09:48:59.386" v="31" actId="1076"/>
      <pc:docMkLst>
        <pc:docMk/>
      </pc:docMkLst>
      <pc:sldChg chg="modSp mod">
        <pc:chgData name="Paolo Corsini" userId="0dd9e5e3-0793-46f7-a3f7-5c3a60d2ebda" providerId="ADAL" clId="{9A7700A4-8DD8-451E-95D6-41600D4131F5}" dt="2026-06-03T09:48:59.386" v="31" actId="1076"/>
        <pc:sldMkLst>
          <pc:docMk/>
          <pc:sldMk cId="4108336556" sldId="990"/>
        </pc:sldMkLst>
        <pc:spChg chg="mod">
          <ac:chgData name="Paolo Corsini" userId="0dd9e5e3-0793-46f7-a3f7-5c3a60d2ebda" providerId="ADAL" clId="{9A7700A4-8DD8-451E-95D6-41600D4131F5}" dt="2026-06-03T09:46:49.918" v="29" actId="20577"/>
          <ac:spMkLst>
            <pc:docMk/>
            <pc:sldMk cId="4108336556" sldId="990"/>
            <ac:spMk id="4" creationId="{C059153E-48AE-812B-C5B8-9A085C28EA31}"/>
          </ac:spMkLst>
        </pc:spChg>
        <pc:picChg chg="mod">
          <ac:chgData name="Paolo Corsini" userId="0dd9e5e3-0793-46f7-a3f7-5c3a60d2ebda" providerId="ADAL" clId="{9A7700A4-8DD8-451E-95D6-41600D4131F5}" dt="2026-06-03T09:48:59.386" v="31" actId="1076"/>
          <ac:picMkLst>
            <pc:docMk/>
            <pc:sldMk cId="4108336556" sldId="990"/>
            <ac:picMk id="7" creationId="{0C917F80-C1B7-717B-78F6-8BDE1327768E}"/>
          </ac:picMkLst>
        </pc:picChg>
        <pc:picChg chg="mod">
          <ac:chgData name="Paolo Corsini" userId="0dd9e5e3-0793-46f7-a3f7-5c3a60d2ebda" providerId="ADAL" clId="{9A7700A4-8DD8-451E-95D6-41600D4131F5}" dt="2026-06-03T09:46:54.835" v="30" actId="1076"/>
          <ac:picMkLst>
            <pc:docMk/>
            <pc:sldMk cId="4108336556" sldId="990"/>
            <ac:picMk id="9" creationId="{AB3C1D82-5B12-1D9D-8BE1-A1993084D23D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03D312F0-9BF9-1B4F-9CE7-78B3234478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/>
          <a:lstStyle>
            <a:lvl1pPr algn="l">
              <a:defRPr sz="9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B50C753-4701-BB4A-BEE9-A88C43D686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6949" y="0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/>
          <a:lstStyle>
            <a:lvl1pPr algn="r">
              <a:defRPr sz="900"/>
            </a:lvl1pPr>
          </a:lstStyle>
          <a:p>
            <a:fld id="{4AD85883-558A-5349-8483-19C33D685C26}" type="datetimeFigureOut">
              <a:rPr lang="it-IT" smtClean="0"/>
              <a:t>03/06/2026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6D47BDB-D17D-E640-A287-8B9D7B7D04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743239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 anchor="b"/>
          <a:lstStyle>
            <a:lvl1pPr algn="l">
              <a:defRPr sz="9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022EDA2-695A-934B-835D-2DA290009F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6949" y="6743239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 anchor="b"/>
          <a:lstStyle>
            <a:lvl1pPr algn="r">
              <a:defRPr sz="900"/>
            </a:lvl1pPr>
          </a:lstStyle>
          <a:p>
            <a:fld id="{32DFCBE5-C9DD-FE4C-9E4F-ED35A116A6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08098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/>
          <a:lstStyle>
            <a:lvl1pPr algn="l">
              <a:defRPr sz="9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5796949" y="0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/>
          <a:lstStyle>
            <a:lvl1pPr algn="r">
              <a:defRPr sz="900"/>
            </a:lvl1pPr>
          </a:lstStyle>
          <a:p>
            <a:fld id="{0BFCF51A-58EF-0340-AB41-727AD78C1466}" type="datetimeFigureOut">
              <a:rPr lang="it-IT" smtClean="0"/>
              <a:t>03/06/2026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987675" y="887413"/>
            <a:ext cx="4259263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69330" tIns="34665" rIns="69330" bIns="34665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1023906" y="3416813"/>
            <a:ext cx="8186802" cy="2795075"/>
          </a:xfrm>
          <a:prstGeom prst="rect">
            <a:avLst/>
          </a:prstGeom>
        </p:spPr>
        <p:txBody>
          <a:bodyPr vert="horz" lIns="69330" tIns="34665" rIns="69330" bIns="34665" rtlCol="0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743239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 anchor="b"/>
          <a:lstStyle>
            <a:lvl1pPr algn="l">
              <a:defRPr sz="9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5796949" y="6743239"/>
            <a:ext cx="4435443" cy="356061"/>
          </a:xfrm>
          <a:prstGeom prst="rect">
            <a:avLst/>
          </a:prstGeom>
        </p:spPr>
        <p:txBody>
          <a:bodyPr vert="horz" lIns="69330" tIns="34665" rIns="69330" bIns="34665" rtlCol="0" anchor="b"/>
          <a:lstStyle>
            <a:lvl1pPr algn="r">
              <a:defRPr sz="900"/>
            </a:lvl1pPr>
          </a:lstStyle>
          <a:p>
            <a:fld id="{98A7AA5A-84CB-C649-8648-1DBDCFBFE02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2825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899A3671-F1F4-40B8-9A31-E146AA4FED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29616" cy="8229600"/>
          </a:xfrm>
          <a:prstGeom prst="rect">
            <a:avLst/>
          </a:prstGeom>
        </p:spPr>
      </p:pic>
      <p:sp>
        <p:nvSpPr>
          <p:cNvPr id="3" name="Segnaposto testo 3">
            <a:extLst>
              <a:ext uri="{FF2B5EF4-FFF2-40B4-BE49-F238E27FC236}">
                <a16:creationId xmlns:a16="http://schemas.microsoft.com/office/drawing/2014/main" id="{5BE5E891-9090-486A-B597-87CFFBAABB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85800"/>
            <a:ext cx="6632958" cy="3276611"/>
          </a:xfrm>
          <a:prstGeom prst="rect">
            <a:avLst/>
          </a:prstGeom>
        </p:spPr>
        <p:txBody>
          <a:bodyPr lIns="0" tIns="46800" rIns="0" bIns="0" anchor="b" anchorCtr="0"/>
          <a:lstStyle>
            <a:lvl1pPr marL="0" indent="0" algn="l">
              <a:buNone/>
              <a:defRPr sz="6000" b="1" i="0">
                <a:solidFill>
                  <a:schemeClr val="bg1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</a:t>
            </a:r>
            <a:br>
              <a:rPr lang="it-IT" dirty="0"/>
            </a:br>
            <a:r>
              <a:rPr lang="it-IT" dirty="0"/>
              <a:t>Title</a:t>
            </a:r>
          </a:p>
        </p:txBody>
      </p:sp>
      <p:sp>
        <p:nvSpPr>
          <p:cNvPr id="4" name="Segnaposto testo 17">
            <a:extLst>
              <a:ext uri="{FF2B5EF4-FFF2-40B4-BE49-F238E27FC236}">
                <a16:creationId xmlns:a16="http://schemas.microsoft.com/office/drawing/2014/main" id="{69F437D0-1EB2-41C7-BE0D-253DA2E98E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258560"/>
            <a:ext cx="6704999" cy="19136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Presentation </a:t>
            </a:r>
            <a:r>
              <a:rPr lang="it-IT" dirty="0" err="1"/>
              <a:t>Caption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99D400F-21D1-49B9-B75D-25B5B127BEE6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</p:spTree>
    <p:extLst>
      <p:ext uri="{BB962C8B-B14F-4D97-AF65-F5344CB8AC3E}">
        <p14:creationId xmlns:p14="http://schemas.microsoft.com/office/powerpoint/2010/main" val="96974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899A3671-F1F4-40B8-9A31-E146AA4FED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29616" cy="8229600"/>
          </a:xfrm>
          <a:prstGeom prst="rect">
            <a:avLst/>
          </a:prstGeom>
        </p:spPr>
      </p:pic>
      <p:sp>
        <p:nvSpPr>
          <p:cNvPr id="3" name="Segnaposto testo 3">
            <a:extLst>
              <a:ext uri="{FF2B5EF4-FFF2-40B4-BE49-F238E27FC236}">
                <a16:creationId xmlns:a16="http://schemas.microsoft.com/office/drawing/2014/main" id="{5BE5E891-9090-486A-B597-87CFFBAABB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85800"/>
            <a:ext cx="8763000" cy="3276611"/>
          </a:xfrm>
          <a:prstGeom prst="rect">
            <a:avLst/>
          </a:prstGeom>
        </p:spPr>
        <p:txBody>
          <a:bodyPr lIns="0" tIns="46800" rIns="0" bIns="0" anchor="b" anchorCtr="0"/>
          <a:lstStyle>
            <a:lvl1pPr marL="0" indent="0" algn="l">
              <a:buNone/>
              <a:defRPr sz="6000" b="1" i="0">
                <a:solidFill>
                  <a:schemeClr val="bg1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</a:t>
            </a:r>
            <a:br>
              <a:rPr lang="it-IT" dirty="0"/>
            </a:br>
            <a:r>
              <a:rPr lang="it-IT" dirty="0"/>
              <a:t>Title</a:t>
            </a:r>
          </a:p>
        </p:txBody>
      </p:sp>
      <p:sp>
        <p:nvSpPr>
          <p:cNvPr id="4" name="Segnaposto testo 17">
            <a:extLst>
              <a:ext uri="{FF2B5EF4-FFF2-40B4-BE49-F238E27FC236}">
                <a16:creationId xmlns:a16="http://schemas.microsoft.com/office/drawing/2014/main" id="{69F437D0-1EB2-41C7-BE0D-253DA2E98E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258560"/>
            <a:ext cx="6704999" cy="19136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Presentation </a:t>
            </a:r>
            <a:r>
              <a:rPr lang="it-IT" dirty="0" err="1"/>
              <a:t>Caption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99D400F-21D1-49B9-B75D-25B5B127BEE6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sp>
        <p:nvSpPr>
          <p:cNvPr id="9" name="Segnaposto immagine 4">
            <a:extLst>
              <a:ext uri="{FF2B5EF4-FFF2-40B4-BE49-F238E27FC236}">
                <a16:creationId xmlns:a16="http://schemas.microsoft.com/office/drawing/2014/main" id="{6AD2C618-092F-44F3-9179-710749ECE8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77400" y="2232025"/>
            <a:ext cx="4343400" cy="3983038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sull'icona per inserire un'immagine</a:t>
            </a:r>
          </a:p>
        </p:txBody>
      </p:sp>
    </p:spTree>
    <p:extLst>
      <p:ext uri="{BB962C8B-B14F-4D97-AF65-F5344CB8AC3E}">
        <p14:creationId xmlns:p14="http://schemas.microsoft.com/office/powerpoint/2010/main" val="2867118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7">
            <a:extLst>
              <a:ext uri="{FF2B5EF4-FFF2-40B4-BE49-F238E27FC236}">
                <a16:creationId xmlns:a16="http://schemas.microsoft.com/office/drawing/2014/main" id="{653D4134-20BF-47F2-923E-A8AB4D597C0D}"/>
              </a:ext>
            </a:extLst>
          </p:cNvPr>
          <p:cNvSpPr/>
          <p:nvPr userDrawn="1"/>
        </p:nvSpPr>
        <p:spPr>
          <a:xfrm>
            <a:off x="0" y="1219200"/>
            <a:ext cx="14646349" cy="6438900"/>
          </a:xfrm>
          <a:custGeom>
            <a:avLst/>
            <a:gdLst/>
            <a:ahLst/>
            <a:cxnLst/>
            <a:rect l="l" t="t" r="r" b="b"/>
            <a:pathLst>
              <a:path w="14630400" h="6438900">
                <a:moveTo>
                  <a:pt x="0" y="6438900"/>
                </a:moveTo>
                <a:lnTo>
                  <a:pt x="14630400" y="6438900"/>
                </a:lnTo>
                <a:lnTo>
                  <a:pt x="14630400" y="0"/>
                </a:lnTo>
                <a:lnTo>
                  <a:pt x="0" y="0"/>
                </a:lnTo>
                <a:lnTo>
                  <a:pt x="0" y="6438900"/>
                </a:lnTo>
                <a:close/>
              </a:path>
            </a:pathLst>
          </a:custGeom>
          <a:solidFill>
            <a:srgbClr val="0052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C5371E48-5284-4D7C-8434-9A4D2B6D6D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665946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_p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magine 18">
            <a:extLst>
              <a:ext uri="{FF2B5EF4-FFF2-40B4-BE49-F238E27FC236}">
                <a16:creationId xmlns:a16="http://schemas.microsoft.com/office/drawing/2014/main" id="{8CFF4CAC-EE89-E84D-8094-D9DA1FA9EA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4874" y="0"/>
            <a:ext cx="12674600" cy="8229600"/>
          </a:xfrm>
          <a:prstGeom prst="rect">
            <a:avLst/>
          </a:prstGeom>
        </p:spPr>
      </p:pic>
      <p:sp>
        <p:nvSpPr>
          <p:cNvPr id="6" name="Segnaposto testo 7">
            <a:extLst>
              <a:ext uri="{FF2B5EF4-FFF2-40B4-BE49-F238E27FC236}">
                <a16:creationId xmlns:a16="http://schemas.microsoft.com/office/drawing/2014/main" id="{4D9A9A8A-CD2B-AC40-AB18-77FAB2305C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457200"/>
            <a:ext cx="78486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chemeClr val="bg1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BCA90DF0-B1C9-374D-ABB1-3E295E7FD9F4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sp>
        <p:nvSpPr>
          <p:cNvPr id="37" name="object 5">
            <a:extLst>
              <a:ext uri="{FF2B5EF4-FFF2-40B4-BE49-F238E27FC236}">
                <a16:creationId xmlns:a16="http://schemas.microsoft.com/office/drawing/2014/main" id="{2F0972EA-A86F-D74E-9399-F34A0A63EAD9}"/>
              </a:ext>
            </a:extLst>
          </p:cNvPr>
          <p:cNvSpPr txBox="1"/>
          <p:nvPr userDrawn="1"/>
        </p:nvSpPr>
        <p:spPr>
          <a:xfrm>
            <a:off x="609600" y="5181600"/>
            <a:ext cx="2133600" cy="22178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685" lvl="0">
              <a:lnSpc>
                <a:spcPct val="111100"/>
              </a:lnSpc>
              <a:spcBef>
                <a:spcPts val="100"/>
              </a:spcBef>
            </a:pP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This presentation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has been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prepared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for</a:t>
            </a:r>
            <a:r>
              <a:rPr lang="en" sz="1000" spc="-114" dirty="0">
                <a:solidFill>
                  <a:srgbClr val="FFFFFF"/>
                </a:solidFill>
                <a:latin typeface="Libre Franklin Light"/>
                <a:cs typeface="Libre Franklin Light"/>
              </a:rPr>
              <a:t>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information  purposes only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and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all descriptions, examples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and 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calculations are included in this presentation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for 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illustration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purposes</a:t>
            </a:r>
            <a:r>
              <a:rPr lang="en" sz="1000" spc="-40" dirty="0">
                <a:solidFill>
                  <a:srgbClr val="FFFFFF"/>
                </a:solidFill>
                <a:latin typeface="Libre Franklin Light"/>
                <a:cs typeface="Libre Franklin Light"/>
              </a:rPr>
              <a:t>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only.</a:t>
            </a:r>
            <a:endParaRPr lang="en" sz="1000" dirty="0">
              <a:solidFill>
                <a:prstClr val="black"/>
              </a:solidFill>
              <a:latin typeface="Libre Franklin Light"/>
              <a:cs typeface="Libre Franklin Light"/>
            </a:endParaRPr>
          </a:p>
          <a:p>
            <a:pPr lvl="0">
              <a:spcBef>
                <a:spcPts val="50"/>
              </a:spcBef>
            </a:pPr>
            <a:endParaRPr lang="en" sz="1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lvl="0">
              <a:lnSpc>
                <a:spcPct val="111100"/>
              </a:lnSpc>
            </a:pP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The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Company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does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not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undertake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any obligation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to  update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or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revise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any statements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contained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in this  presentation, whether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as a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result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of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new</a:t>
            </a:r>
            <a:r>
              <a:rPr lang="en" sz="1000" spc="-125" dirty="0">
                <a:solidFill>
                  <a:srgbClr val="FFFFFF"/>
                </a:solidFill>
                <a:latin typeface="Libre Franklin Light"/>
                <a:cs typeface="Libre Franklin Light"/>
              </a:rPr>
              <a:t>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information,  future </a:t>
            </a:r>
            <a:r>
              <a:rPr lang="en" sz="1000" spc="-10" dirty="0">
                <a:solidFill>
                  <a:srgbClr val="FFFFFF"/>
                </a:solidFill>
                <a:latin typeface="Libre Franklin Light"/>
                <a:cs typeface="Libre Franklin Light"/>
              </a:rPr>
              <a:t>events </a:t>
            </a:r>
            <a:r>
              <a:rPr lang="en" sz="1000" dirty="0">
                <a:solidFill>
                  <a:srgbClr val="FFFFFF"/>
                </a:solidFill>
                <a:latin typeface="Libre Franklin Light"/>
                <a:cs typeface="Libre Franklin Light"/>
              </a:rPr>
              <a:t>or</a:t>
            </a:r>
            <a:r>
              <a:rPr lang="en" sz="1000" spc="-50" dirty="0">
                <a:solidFill>
                  <a:srgbClr val="FFFFFF"/>
                </a:solidFill>
                <a:latin typeface="Libre Franklin Light"/>
                <a:cs typeface="Libre Franklin Light"/>
              </a:rPr>
              <a:t> </a:t>
            </a:r>
            <a:r>
              <a:rPr lang="en" sz="1000" spc="-5" dirty="0">
                <a:solidFill>
                  <a:srgbClr val="FFFFFF"/>
                </a:solidFill>
                <a:latin typeface="Libre Franklin Light"/>
                <a:cs typeface="Libre Franklin Light"/>
              </a:rPr>
              <a:t>otherwise.</a:t>
            </a:r>
            <a:endParaRPr lang="en" sz="1000" dirty="0">
              <a:solidFill>
                <a:prstClr val="black"/>
              </a:solidFill>
              <a:latin typeface="Libre Franklin Light"/>
              <a:cs typeface="Libre Franklin Light"/>
            </a:endParaRPr>
          </a:p>
        </p:txBody>
      </p:sp>
      <p:sp>
        <p:nvSpPr>
          <p:cNvPr id="40" name="Segnaposto testo 4">
            <a:extLst>
              <a:ext uri="{FF2B5EF4-FFF2-40B4-BE49-F238E27FC236}">
                <a16:creationId xmlns:a16="http://schemas.microsoft.com/office/drawing/2014/main" id="{EC783C9D-88F1-B248-B5B2-03B316DF7F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3000" y="3657600"/>
            <a:ext cx="4724400" cy="9652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6000" b="1" i="0">
                <a:solidFill>
                  <a:schemeClr val="bg1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Thank</a:t>
            </a:r>
            <a:r>
              <a:rPr lang="it-IT" dirty="0"/>
              <a:t> </a:t>
            </a:r>
            <a:r>
              <a:rPr lang="it-IT" dirty="0" err="1"/>
              <a:t>you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329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1636553F-D81A-D948-8CFE-774859F963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24" name="Segnaposto immagine 3">
            <a:extLst>
              <a:ext uri="{FF2B5EF4-FFF2-40B4-BE49-F238E27FC236}">
                <a16:creationId xmlns:a16="http://schemas.microsoft.com/office/drawing/2014/main" id="{19E8F567-3E3F-D341-BF82-81063420AC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4267200"/>
            <a:ext cx="13411200" cy="3360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29" name="Segnaposto testo 17">
            <a:extLst>
              <a:ext uri="{FF2B5EF4-FFF2-40B4-BE49-F238E27FC236}">
                <a16:creationId xmlns:a16="http://schemas.microsoft.com/office/drawing/2014/main" id="{A0929908-EF97-8340-8F5D-F8CC51ECC6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304" y="2711526"/>
            <a:ext cx="13411200" cy="12508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31" name="Segnaposto testo 5">
            <a:extLst>
              <a:ext uri="{FF2B5EF4-FFF2-40B4-BE49-F238E27FC236}">
                <a16:creationId xmlns:a16="http://schemas.microsoft.com/office/drawing/2014/main" id="{56670C56-FA13-2F41-8301-616EF8C1ED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505" y="2084387"/>
            <a:ext cx="4343400" cy="58261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2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E39DA969-5090-4C5C-838B-9151DC687D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1447800"/>
            <a:ext cx="7924800" cy="6365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b="1" spc="-90" baseline="0">
                <a:solidFill>
                  <a:schemeClr val="tx2"/>
                </a:solidFill>
                <a:latin typeface="Libre Franklin" panose="00000800000000000000" pitchFamily="2" charset="0"/>
              </a:defRPr>
            </a:lvl1pPr>
            <a:lvl2pPr>
              <a:defRPr sz="3600" b="1">
                <a:solidFill>
                  <a:srgbClr val="006695"/>
                </a:solidFill>
                <a:latin typeface="Libre Franklin" panose="00000800000000000000" pitchFamily="2" charset="0"/>
              </a:defRPr>
            </a:lvl2pPr>
            <a:lvl3pPr>
              <a:defRPr sz="3600" b="1">
                <a:solidFill>
                  <a:srgbClr val="006695"/>
                </a:solidFill>
                <a:latin typeface="Libre Franklin" panose="00000800000000000000" pitchFamily="2" charset="0"/>
              </a:defRPr>
            </a:lvl3pPr>
            <a:lvl4pPr>
              <a:defRPr sz="3600" b="1">
                <a:solidFill>
                  <a:srgbClr val="006695"/>
                </a:solidFill>
                <a:latin typeface="Libre Franklin" panose="00000800000000000000" pitchFamily="2" charset="0"/>
              </a:defRPr>
            </a:lvl4pPr>
            <a:lvl5pPr>
              <a:defRPr sz="3600" b="1">
                <a:solidFill>
                  <a:srgbClr val="006695"/>
                </a:solidFill>
                <a:latin typeface="Libre Franklin" panose="00000800000000000000" pitchFamily="2" charset="0"/>
              </a:defRPr>
            </a:lvl5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352016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roA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gnaposto immagine 15">
            <a:extLst>
              <a:ext uri="{FF2B5EF4-FFF2-40B4-BE49-F238E27FC236}">
                <a16:creationId xmlns:a16="http://schemas.microsoft.com/office/drawing/2014/main" id="{31EA323E-9924-9B4E-8031-B922137E3B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D6D6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52960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48F6F462-FC12-D240-B7BF-7BE4EEDB2D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3581400"/>
            <a:ext cx="6689124" cy="533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0" cap="none" spc="-114" normalizeH="0" baseline="0" noProof="0" dirty="0">
                <a:ln>
                  <a:noFill/>
                </a:ln>
                <a:solidFill>
                  <a:srgbClr val="005283"/>
                </a:solidFill>
                <a:effectLst/>
                <a:uLnTx/>
                <a:uFillTx/>
                <a:latin typeface="Libre Franklin" panose="00000500000000000000" pitchFamily="2" charset="0"/>
                <a:ea typeface="+mn-ea"/>
                <a:cs typeface="+mn-cs"/>
              </a:rPr>
              <a:t>Slide Title</a:t>
            </a:r>
            <a:endParaRPr kumimoji="0" lang="it-IT" sz="3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ibre Franklin" panose="00000500000000000000" pitchFamily="2" charset="0"/>
              <a:ea typeface="+mn-ea"/>
              <a:cs typeface="+mn-cs"/>
            </a:endParaRPr>
          </a:p>
        </p:txBody>
      </p:sp>
      <p:sp>
        <p:nvSpPr>
          <p:cNvPr id="18" name="Segnaposto testo 17">
            <a:extLst>
              <a:ext uri="{FF2B5EF4-FFF2-40B4-BE49-F238E27FC236}">
                <a16:creationId xmlns:a16="http://schemas.microsoft.com/office/drawing/2014/main" id="{90B5BC9E-CBBF-7543-97BD-176713728A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408145"/>
            <a:ext cx="6689124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Body: </a:t>
            </a:r>
            <a:r>
              <a:rPr lang="it-IT" dirty="0" err="1"/>
              <a:t>you</a:t>
            </a:r>
            <a:r>
              <a:rPr lang="it-IT" dirty="0"/>
              <a:t> can use the </a:t>
            </a:r>
            <a:r>
              <a:rPr lang="it-IT" dirty="0" err="1"/>
              <a:t>different</a:t>
            </a:r>
            <a:r>
              <a:rPr lang="it-IT" dirty="0"/>
              <a:t> Bottero Colors</a:t>
            </a:r>
          </a:p>
        </p:txBody>
      </p:sp>
      <p:sp>
        <p:nvSpPr>
          <p:cNvPr id="23" name="Segnaposto immagine 20">
            <a:extLst>
              <a:ext uri="{FF2B5EF4-FFF2-40B4-BE49-F238E27FC236}">
                <a16:creationId xmlns:a16="http://schemas.microsoft.com/office/drawing/2014/main" id="{DFC0A1BE-0972-4443-8990-DA7EC556CE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220788"/>
            <a:ext cx="6721475" cy="640715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7" name="Segnaposto testo 7">
            <a:extLst>
              <a:ext uri="{FF2B5EF4-FFF2-40B4-BE49-F238E27FC236}">
                <a16:creationId xmlns:a16="http://schemas.microsoft.com/office/drawing/2014/main" id="{393A321D-69B1-4412-8496-C43EE04D41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5064725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egnaposto immagine 20">
            <a:extLst>
              <a:ext uri="{FF2B5EF4-FFF2-40B4-BE49-F238E27FC236}">
                <a16:creationId xmlns:a16="http://schemas.microsoft.com/office/drawing/2014/main" id="{DFC0A1BE-0972-4443-8990-DA7EC556CE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1" y="1220788"/>
            <a:ext cx="4337304" cy="640715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11" name="Segnaposto testo 13">
            <a:extLst>
              <a:ext uri="{FF2B5EF4-FFF2-40B4-BE49-F238E27FC236}">
                <a16:creationId xmlns:a16="http://schemas.microsoft.com/office/drawing/2014/main" id="{83004D6E-20EC-FD4F-B5E3-584285ACC3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05399" y="3581400"/>
            <a:ext cx="8915597" cy="533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0" cap="none" spc="-114" normalizeH="0" baseline="0" noProof="0" dirty="0">
                <a:ln>
                  <a:noFill/>
                </a:ln>
                <a:solidFill>
                  <a:srgbClr val="005283"/>
                </a:solidFill>
                <a:effectLst/>
                <a:uLnTx/>
                <a:uFillTx/>
                <a:latin typeface="Libre Franklin" panose="00000500000000000000" pitchFamily="2" charset="0"/>
                <a:ea typeface="+mn-ea"/>
                <a:cs typeface="+mn-cs"/>
              </a:rPr>
              <a:t>Slide Title</a:t>
            </a:r>
            <a:endParaRPr kumimoji="0" lang="it-IT" sz="3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ibre Franklin" panose="00000500000000000000" pitchFamily="2" charset="0"/>
              <a:ea typeface="+mn-ea"/>
              <a:cs typeface="+mn-cs"/>
            </a:endParaRPr>
          </a:p>
        </p:txBody>
      </p:sp>
      <p:sp>
        <p:nvSpPr>
          <p:cNvPr id="13" name="Segnaposto testo 17">
            <a:extLst>
              <a:ext uri="{FF2B5EF4-FFF2-40B4-BE49-F238E27FC236}">
                <a16:creationId xmlns:a16="http://schemas.microsoft.com/office/drawing/2014/main" id="{4A9A4D87-3817-154B-8E12-E670651657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6001" y="4408145"/>
            <a:ext cx="8914798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Body: </a:t>
            </a:r>
            <a:r>
              <a:rPr lang="it-IT" dirty="0" err="1"/>
              <a:t>you</a:t>
            </a:r>
            <a:r>
              <a:rPr lang="it-IT" dirty="0"/>
              <a:t> can use the </a:t>
            </a:r>
            <a:r>
              <a:rPr lang="it-IT" dirty="0" err="1"/>
              <a:t>different</a:t>
            </a:r>
            <a:r>
              <a:rPr lang="it-IT" dirty="0"/>
              <a:t> Bottero Colors</a:t>
            </a:r>
          </a:p>
        </p:txBody>
      </p:sp>
      <p:sp>
        <p:nvSpPr>
          <p:cNvPr id="7" name="Segnaposto testo 7">
            <a:extLst>
              <a:ext uri="{FF2B5EF4-FFF2-40B4-BE49-F238E27FC236}">
                <a16:creationId xmlns:a16="http://schemas.microsoft.com/office/drawing/2014/main" id="{FF023476-98C7-4CC7-A602-4125878FBD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553811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5726EE46-FC6E-4949-B621-C876BE68D9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6600" y="1600200"/>
            <a:ext cx="8077200" cy="1371600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indent="0" algn="ctr">
              <a:buNone/>
              <a:defRPr sz="90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A4C7C3E-6ACC-E143-A250-0EE1C16EBF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379787"/>
            <a:ext cx="4343400" cy="58261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6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22" name="Segnaposto testo 5">
            <a:extLst>
              <a:ext uri="{FF2B5EF4-FFF2-40B4-BE49-F238E27FC236}">
                <a16:creationId xmlns:a16="http://schemas.microsoft.com/office/drawing/2014/main" id="{923C7CE9-0ABA-D744-B4D7-177FF2266A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39531" y="3379787"/>
            <a:ext cx="4385463" cy="58261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6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24" name="Segnaposto testo 5">
            <a:extLst>
              <a:ext uri="{FF2B5EF4-FFF2-40B4-BE49-F238E27FC236}">
                <a16:creationId xmlns:a16="http://schemas.microsoft.com/office/drawing/2014/main" id="{97E11054-0766-9E46-BE85-7BB1D8C47C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91816" y="3379787"/>
            <a:ext cx="4343400" cy="58261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6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25" name="Segnaposto testo 24">
            <a:extLst>
              <a:ext uri="{FF2B5EF4-FFF2-40B4-BE49-F238E27FC236}">
                <a16:creationId xmlns:a16="http://schemas.microsoft.com/office/drawing/2014/main" id="{A9F284A3-0839-4D44-A01D-E46B6CA099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663" y="4118919"/>
            <a:ext cx="4351337" cy="2154238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26" name="Segnaposto testo 24">
            <a:extLst>
              <a:ext uri="{FF2B5EF4-FFF2-40B4-BE49-F238E27FC236}">
                <a16:creationId xmlns:a16="http://schemas.microsoft.com/office/drawing/2014/main" id="{8996FA11-031F-7F4C-A177-4F6E8745C7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27626" y="4118919"/>
            <a:ext cx="4397366" cy="2154238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27" name="Segnaposto testo 24">
            <a:extLst>
              <a:ext uri="{FF2B5EF4-FFF2-40B4-BE49-F238E27FC236}">
                <a16:creationId xmlns:a16="http://schemas.microsoft.com/office/drawing/2014/main" id="{EC61B3DD-C09B-5B49-8B49-8ACD5651270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87847" y="4114800"/>
            <a:ext cx="4351337" cy="2154238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cxnSp>
        <p:nvCxnSpPr>
          <p:cNvPr id="31" name="Connettore 1 30">
            <a:extLst>
              <a:ext uri="{FF2B5EF4-FFF2-40B4-BE49-F238E27FC236}">
                <a16:creationId xmlns:a16="http://schemas.microsoft.com/office/drawing/2014/main" id="{F38D7793-B2AA-344D-B7B9-86ADB2919D7E}"/>
              </a:ext>
            </a:extLst>
          </p:cNvPr>
          <p:cNvCxnSpPr/>
          <p:nvPr userDrawn="1"/>
        </p:nvCxnSpPr>
        <p:spPr>
          <a:xfrm>
            <a:off x="5029200" y="3379787"/>
            <a:ext cx="0" cy="2889251"/>
          </a:xfrm>
          <a:prstGeom prst="line">
            <a:avLst/>
          </a:prstGeom>
          <a:ln w="6350">
            <a:solidFill>
              <a:srgbClr val="6A6A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1 31">
            <a:extLst>
              <a:ext uri="{FF2B5EF4-FFF2-40B4-BE49-F238E27FC236}">
                <a16:creationId xmlns:a16="http://schemas.microsoft.com/office/drawing/2014/main" id="{8C2D39A0-8333-154B-973C-323E1B492426}"/>
              </a:ext>
            </a:extLst>
          </p:cNvPr>
          <p:cNvCxnSpPr/>
          <p:nvPr userDrawn="1"/>
        </p:nvCxnSpPr>
        <p:spPr>
          <a:xfrm>
            <a:off x="9601200" y="3379787"/>
            <a:ext cx="0" cy="2889251"/>
          </a:xfrm>
          <a:prstGeom prst="line">
            <a:avLst/>
          </a:prstGeom>
          <a:ln w="6350">
            <a:solidFill>
              <a:srgbClr val="6A6A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egnaposto testo 7">
            <a:extLst>
              <a:ext uri="{FF2B5EF4-FFF2-40B4-BE49-F238E27FC236}">
                <a16:creationId xmlns:a16="http://schemas.microsoft.com/office/drawing/2014/main" id="{31D03C4A-9506-4692-AB6E-30978F4A2D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573789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5726EE46-FC6E-4949-B621-C876BE68D9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6600" y="1600200"/>
            <a:ext cx="8077200" cy="1371600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indent="0" algn="ctr">
              <a:buNone/>
              <a:defRPr sz="90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14" name="Segnaposto testo 3">
            <a:extLst>
              <a:ext uri="{FF2B5EF4-FFF2-40B4-BE49-F238E27FC236}">
                <a16:creationId xmlns:a16="http://schemas.microsoft.com/office/drawing/2014/main" id="{80ECDEBC-BA5F-0C44-9AC2-423A6C6041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6600" y="3367595"/>
            <a:ext cx="8077200" cy="3852356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8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 err="1"/>
              <a:t>Paragraph</a:t>
            </a:r>
            <a:r>
              <a:rPr lang="it-IT" dirty="0"/>
              <a:t> Title / Body</a:t>
            </a:r>
          </a:p>
        </p:txBody>
      </p:sp>
      <p:sp>
        <p:nvSpPr>
          <p:cNvPr id="6" name="Segnaposto testo 7">
            <a:extLst>
              <a:ext uri="{FF2B5EF4-FFF2-40B4-BE49-F238E27FC236}">
                <a16:creationId xmlns:a16="http://schemas.microsoft.com/office/drawing/2014/main" id="{648DC876-0E8F-471C-8061-C8DF589086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330169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egnaposto testo 5">
            <a:extLst>
              <a:ext uri="{FF2B5EF4-FFF2-40B4-BE49-F238E27FC236}">
                <a16:creationId xmlns:a16="http://schemas.microsoft.com/office/drawing/2014/main" id="{56670C56-FA13-2F41-8301-616EF8C1ED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505" y="2057400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5" name="Segnaposto testo 24">
            <a:extLst>
              <a:ext uri="{FF2B5EF4-FFF2-40B4-BE49-F238E27FC236}">
                <a16:creationId xmlns:a16="http://schemas.microsoft.com/office/drawing/2014/main" id="{25DD81EB-79C4-A34E-B010-1B68983A66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" y="3074986"/>
            <a:ext cx="4343400" cy="43164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20" name="Segnaposto immagine 3">
            <a:extLst>
              <a:ext uri="{FF2B5EF4-FFF2-40B4-BE49-F238E27FC236}">
                <a16:creationId xmlns:a16="http://schemas.microsoft.com/office/drawing/2014/main" id="{99EF0B15-EE25-AE46-8B6E-789C19159EF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81600" y="1444625"/>
            <a:ext cx="4343400" cy="259397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1" name="Segnaposto immagine 3">
            <a:extLst>
              <a:ext uri="{FF2B5EF4-FFF2-40B4-BE49-F238E27FC236}">
                <a16:creationId xmlns:a16="http://schemas.microsoft.com/office/drawing/2014/main" id="{A8DF41B0-2AB6-0844-96BE-80782B405E0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77400" y="1450594"/>
            <a:ext cx="4343400" cy="259397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2" name="Segnaposto immagine 3">
            <a:extLst>
              <a:ext uri="{FF2B5EF4-FFF2-40B4-BE49-F238E27FC236}">
                <a16:creationId xmlns:a16="http://schemas.microsoft.com/office/drawing/2014/main" id="{D650E703-A96B-DB4B-B287-ECBE870CDAD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677400" y="4185031"/>
            <a:ext cx="4343400" cy="32004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3" name="Segnaposto immagine 3">
            <a:extLst>
              <a:ext uri="{FF2B5EF4-FFF2-40B4-BE49-F238E27FC236}">
                <a16:creationId xmlns:a16="http://schemas.microsoft.com/office/drawing/2014/main" id="{6F88D990-9588-734B-8A5D-1B78EF595BF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81600" y="4185031"/>
            <a:ext cx="4343400" cy="32004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D4868F09-725D-4C6A-96E0-8E1F5C9E3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24" name="Segnaposto testo 12">
            <a:extLst>
              <a:ext uri="{FF2B5EF4-FFF2-40B4-BE49-F238E27FC236}">
                <a16:creationId xmlns:a16="http://schemas.microsoft.com/office/drawing/2014/main" id="{51C0A481-49E5-4FBD-AED2-874F0F5CAD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" y="1371600"/>
            <a:ext cx="4337050" cy="566738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</a:lstStyle>
          <a:p>
            <a:pPr lvl="0"/>
            <a:r>
              <a:rPr lang="it-IT" sz="3600" b="1" dirty="0">
                <a:latin typeface="Libre Franklin" panose="00000800000000000000" pitchFamily="2" charset="0"/>
              </a:rPr>
              <a:t>Slide 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66407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gnaposto testo 24">
            <a:extLst>
              <a:ext uri="{FF2B5EF4-FFF2-40B4-BE49-F238E27FC236}">
                <a16:creationId xmlns:a16="http://schemas.microsoft.com/office/drawing/2014/main" id="{25DD81EB-79C4-A34E-B010-1B68983A66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" y="2667000"/>
            <a:ext cx="13411202" cy="1295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</a:t>
            </a:r>
          </a:p>
        </p:txBody>
      </p:sp>
      <p:sp>
        <p:nvSpPr>
          <p:cNvPr id="19" name="Segnaposto immagine 3">
            <a:extLst>
              <a:ext uri="{FF2B5EF4-FFF2-40B4-BE49-F238E27FC236}">
                <a16:creationId xmlns:a16="http://schemas.microsoft.com/office/drawing/2014/main" id="{E00DF3B7-443A-9A4A-8466-1CF5FCD86A6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3250" y="4114800"/>
            <a:ext cx="4343400" cy="32766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4" name="Segnaposto immagine 3">
            <a:extLst>
              <a:ext uri="{FF2B5EF4-FFF2-40B4-BE49-F238E27FC236}">
                <a16:creationId xmlns:a16="http://schemas.microsoft.com/office/drawing/2014/main" id="{DD29C1B7-D043-F54D-A179-4DD01E0EF37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099050" y="4114800"/>
            <a:ext cx="4425950" cy="32766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6" name="Segnaposto immagine 3">
            <a:extLst>
              <a:ext uri="{FF2B5EF4-FFF2-40B4-BE49-F238E27FC236}">
                <a16:creationId xmlns:a16="http://schemas.microsoft.com/office/drawing/2014/main" id="{0289091B-AB6C-D44E-93A3-82513B9855A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686546" y="4114800"/>
            <a:ext cx="4340604" cy="32766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66B136F3-662B-40D5-B16F-79F3E6BA6B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504" y="2057400"/>
            <a:ext cx="9531095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3" name="Segnaposto testo 7">
            <a:extLst>
              <a:ext uri="{FF2B5EF4-FFF2-40B4-BE49-F238E27FC236}">
                <a16:creationId xmlns:a16="http://schemas.microsoft.com/office/drawing/2014/main" id="{FAB0B010-521C-4BDB-B4FE-4B068E639E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18" name="Segnaposto testo 5">
            <a:extLst>
              <a:ext uri="{FF2B5EF4-FFF2-40B4-BE49-F238E27FC236}">
                <a16:creationId xmlns:a16="http://schemas.microsoft.com/office/drawing/2014/main" id="{C0EE0C05-2C56-4A5A-83AA-DB4057D265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" y="1371600"/>
            <a:ext cx="9525000" cy="5619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636498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C47B0D0D-A044-FD46-8ED7-17A472E2AC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220788"/>
            <a:ext cx="14630400" cy="6407150"/>
          </a:xfrm>
          <a:prstGeom prst="rect">
            <a:avLst/>
          </a:prstGeom>
          <a:solidFill>
            <a:srgbClr val="D6D6D6"/>
          </a:solidFill>
        </p:spPr>
        <p:txBody>
          <a:bodyPr/>
          <a:lstStyle>
            <a:lvl1pPr>
              <a:defRPr>
                <a:solidFill>
                  <a:srgbClr val="D6D6D6"/>
                </a:solidFill>
              </a:defRPr>
            </a:lvl1pPr>
          </a:lstStyle>
          <a:p>
            <a:endParaRPr lang="it-IT"/>
          </a:p>
        </p:txBody>
      </p:sp>
      <p:sp>
        <p:nvSpPr>
          <p:cNvPr id="15" name="Segnaposto immagine 5">
            <a:extLst>
              <a:ext uri="{FF2B5EF4-FFF2-40B4-BE49-F238E27FC236}">
                <a16:creationId xmlns:a16="http://schemas.microsoft.com/office/drawing/2014/main" id="{D4087489-0F27-A842-B916-B78D6AC37BE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19200"/>
            <a:ext cx="9243070" cy="640715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25" name="Segnaposto testo 24">
            <a:extLst>
              <a:ext uri="{FF2B5EF4-FFF2-40B4-BE49-F238E27FC236}">
                <a16:creationId xmlns:a16="http://schemas.microsoft.com/office/drawing/2014/main" id="{05FC3BF9-2059-144C-A0E8-6F0A5C7607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2667000"/>
            <a:ext cx="4343400" cy="4419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7" name="Segnaposto testo 5">
            <a:extLst>
              <a:ext uri="{FF2B5EF4-FFF2-40B4-BE49-F238E27FC236}">
                <a16:creationId xmlns:a16="http://schemas.microsoft.com/office/drawing/2014/main" id="{CC8C76FC-0E54-4896-9B25-0A41C4D6162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3505" y="2057400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1" name="Segnaposto testo 7">
            <a:extLst>
              <a:ext uri="{FF2B5EF4-FFF2-40B4-BE49-F238E27FC236}">
                <a16:creationId xmlns:a16="http://schemas.microsoft.com/office/drawing/2014/main" id="{0E4007C4-D2EF-48EA-91FB-16A50ACD3C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274372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C47B0D0D-A044-FD46-8ED7-17A472E2AC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220788"/>
            <a:ext cx="14630400" cy="6407150"/>
          </a:xfrm>
          <a:prstGeom prst="rect">
            <a:avLst/>
          </a:prstGeom>
          <a:solidFill>
            <a:srgbClr val="D6D6D6"/>
          </a:solidFill>
        </p:spPr>
        <p:txBody>
          <a:bodyPr/>
          <a:lstStyle>
            <a:lvl1pPr>
              <a:defRPr>
                <a:solidFill>
                  <a:srgbClr val="D6D6D6"/>
                </a:solidFill>
              </a:defRPr>
            </a:lvl1pPr>
          </a:lstStyle>
          <a:p>
            <a:endParaRPr lang="it-IT"/>
          </a:p>
        </p:txBody>
      </p:sp>
      <p:sp>
        <p:nvSpPr>
          <p:cNvPr id="25" name="Segnaposto testo 24">
            <a:extLst>
              <a:ext uri="{FF2B5EF4-FFF2-40B4-BE49-F238E27FC236}">
                <a16:creationId xmlns:a16="http://schemas.microsoft.com/office/drawing/2014/main" id="{05FC3BF9-2059-144C-A0E8-6F0A5C7607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1752600"/>
            <a:ext cx="4343400" cy="5334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testo 7">
            <a:extLst>
              <a:ext uri="{FF2B5EF4-FFF2-40B4-BE49-F238E27FC236}">
                <a16:creationId xmlns:a16="http://schemas.microsoft.com/office/drawing/2014/main" id="{8499CEE5-841D-4546-926E-F3351389C9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297261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C47B0D0D-A044-FD46-8ED7-17A472E2AC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220788"/>
            <a:ext cx="14630400" cy="6407150"/>
          </a:xfrm>
          <a:prstGeom prst="rect">
            <a:avLst/>
          </a:prstGeom>
          <a:solidFill>
            <a:srgbClr val="D6D6D6"/>
          </a:solidFill>
        </p:spPr>
        <p:txBody>
          <a:bodyPr/>
          <a:lstStyle>
            <a:lvl1pPr>
              <a:defRPr>
                <a:solidFill>
                  <a:srgbClr val="D6D6D6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B3E7B49D-33E6-494E-8E27-58D968CEC8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6600" y="1600200"/>
            <a:ext cx="8077200" cy="1371600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indent="0" algn="ctr">
              <a:buNone/>
              <a:defRPr sz="90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FFA0843A-032A-164C-B96B-6874987814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6600" y="3367595"/>
            <a:ext cx="8077200" cy="3852356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8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 err="1"/>
              <a:t>Paragraph</a:t>
            </a:r>
            <a:r>
              <a:rPr lang="it-IT" dirty="0"/>
              <a:t> Title / Body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971B124B-A5C4-46C9-BF17-7C9DCED8F3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764428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C47B0D0D-A044-FD46-8ED7-17A472E2AC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220788"/>
            <a:ext cx="14630400" cy="6407150"/>
          </a:xfrm>
          <a:prstGeom prst="rect">
            <a:avLst/>
          </a:prstGeom>
          <a:solidFill>
            <a:srgbClr val="D6D6D6"/>
          </a:solidFill>
        </p:spPr>
        <p:txBody>
          <a:bodyPr/>
          <a:lstStyle>
            <a:lvl1pPr>
              <a:defRPr>
                <a:solidFill>
                  <a:srgbClr val="D6D6D6"/>
                </a:solidFill>
              </a:defRPr>
            </a:lvl1pPr>
          </a:lstStyle>
          <a:p>
            <a:endParaRPr lang="it-IT"/>
          </a:p>
        </p:txBody>
      </p:sp>
      <p:sp>
        <p:nvSpPr>
          <p:cNvPr id="4" name="Segnaposto testo 7">
            <a:extLst>
              <a:ext uri="{FF2B5EF4-FFF2-40B4-BE49-F238E27FC236}">
                <a16:creationId xmlns:a16="http://schemas.microsoft.com/office/drawing/2014/main" id="{2CD8E5EF-6F3C-43DF-A35B-9F2BA9B9D9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452444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7">
            <a:extLst>
              <a:ext uri="{FF2B5EF4-FFF2-40B4-BE49-F238E27FC236}">
                <a16:creationId xmlns:a16="http://schemas.microsoft.com/office/drawing/2014/main" id="{2CD8E5EF-6F3C-43DF-A35B-9F2BA9B9D9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228B05B-2330-4E4D-B962-A8B233256B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00"/>
            <a:ext cx="14630400" cy="6445249"/>
          </a:xfrm>
          <a:prstGeom prst="rect">
            <a:avLst/>
          </a:prstGeom>
        </p:spPr>
      </p:pic>
      <p:sp>
        <p:nvSpPr>
          <p:cNvPr id="7" name="object 17">
            <a:extLst>
              <a:ext uri="{FF2B5EF4-FFF2-40B4-BE49-F238E27FC236}">
                <a16:creationId xmlns:a16="http://schemas.microsoft.com/office/drawing/2014/main" id="{BAF4A2A9-68CF-4B73-BE55-960AA5A377A8}"/>
              </a:ext>
            </a:extLst>
          </p:cNvPr>
          <p:cNvSpPr/>
          <p:nvPr userDrawn="1"/>
        </p:nvSpPr>
        <p:spPr>
          <a:xfrm>
            <a:off x="0" y="1219200"/>
            <a:ext cx="14646349" cy="6438900"/>
          </a:xfrm>
          <a:custGeom>
            <a:avLst/>
            <a:gdLst/>
            <a:ahLst/>
            <a:cxnLst/>
            <a:rect l="l" t="t" r="r" b="b"/>
            <a:pathLst>
              <a:path w="14630400" h="6438900">
                <a:moveTo>
                  <a:pt x="0" y="6438900"/>
                </a:moveTo>
                <a:lnTo>
                  <a:pt x="14630400" y="6438900"/>
                </a:lnTo>
                <a:lnTo>
                  <a:pt x="14630400" y="0"/>
                </a:lnTo>
                <a:lnTo>
                  <a:pt x="0" y="0"/>
                </a:lnTo>
                <a:lnTo>
                  <a:pt x="0" y="6438900"/>
                </a:lnTo>
                <a:close/>
              </a:path>
            </a:pathLst>
          </a:custGeom>
          <a:solidFill>
            <a:srgbClr val="005283">
              <a:alpha val="48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374334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egnaposto immagine 3">
            <a:extLst>
              <a:ext uri="{FF2B5EF4-FFF2-40B4-BE49-F238E27FC236}">
                <a16:creationId xmlns:a16="http://schemas.microsoft.com/office/drawing/2014/main" id="{E737AEBD-5041-404B-B673-B5D7A77965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5723" y="14136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53" name="Segnaposto testo 6">
            <a:extLst>
              <a:ext uri="{FF2B5EF4-FFF2-40B4-BE49-F238E27FC236}">
                <a16:creationId xmlns:a16="http://schemas.microsoft.com/office/drawing/2014/main" id="{F7BF3FA5-9318-9945-AB80-30272B5F22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733007"/>
            <a:ext cx="4337277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56" name="Segnaposto immagine 3">
            <a:extLst>
              <a:ext uri="{FF2B5EF4-FFF2-40B4-BE49-F238E27FC236}">
                <a16:creationId xmlns:a16="http://schemas.microsoft.com/office/drawing/2014/main" id="{5F0B91DC-3ED1-FE47-BF71-FD73E76BD3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69434" y="14232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57" name="Segnaposto testo 6">
            <a:extLst>
              <a:ext uri="{FF2B5EF4-FFF2-40B4-BE49-F238E27FC236}">
                <a16:creationId xmlns:a16="http://schemas.microsoft.com/office/drawing/2014/main" id="{1BDAE7A3-D7C2-5646-AFAA-29D470FBDF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63311" y="3742607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58" name="Segnaposto immagine 3">
            <a:extLst>
              <a:ext uri="{FF2B5EF4-FFF2-40B4-BE49-F238E27FC236}">
                <a16:creationId xmlns:a16="http://schemas.microsoft.com/office/drawing/2014/main" id="{F514C989-F094-B44F-9FA8-F15D8EF01F2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692639" y="14232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59" name="Segnaposto testo 6">
            <a:extLst>
              <a:ext uri="{FF2B5EF4-FFF2-40B4-BE49-F238E27FC236}">
                <a16:creationId xmlns:a16="http://schemas.microsoft.com/office/drawing/2014/main" id="{AF4DC430-8A13-6A49-978B-0A443225E7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86516" y="3742607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66" name="Segnaposto immagine 3">
            <a:extLst>
              <a:ext uri="{FF2B5EF4-FFF2-40B4-BE49-F238E27FC236}">
                <a16:creationId xmlns:a16="http://schemas.microsoft.com/office/drawing/2014/main" id="{10779709-B343-A84E-A9AD-C4366C02AE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" y="45362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67" name="Segnaposto testo 6">
            <a:extLst>
              <a:ext uri="{FF2B5EF4-FFF2-40B4-BE49-F238E27FC236}">
                <a16:creationId xmlns:a16="http://schemas.microsoft.com/office/drawing/2014/main" id="{38148CA2-3E9F-C24E-959F-85EF1AEA51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477" y="68555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68" name="Segnaposto immagine 3">
            <a:extLst>
              <a:ext uri="{FF2B5EF4-FFF2-40B4-BE49-F238E27FC236}">
                <a16:creationId xmlns:a16="http://schemas.microsoft.com/office/drawing/2014/main" id="{FEE39626-AAF6-2A4B-B4A0-3E9EAD85D97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163311" y="45458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69" name="Segnaposto testo 6">
            <a:extLst>
              <a:ext uri="{FF2B5EF4-FFF2-40B4-BE49-F238E27FC236}">
                <a16:creationId xmlns:a16="http://schemas.microsoft.com/office/drawing/2014/main" id="{CFE17488-D412-BE40-A6D4-9DDBE2F502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7188" y="68651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70" name="Segnaposto immagine 3">
            <a:extLst>
              <a:ext uri="{FF2B5EF4-FFF2-40B4-BE49-F238E27FC236}">
                <a16:creationId xmlns:a16="http://schemas.microsoft.com/office/drawing/2014/main" id="{61299575-9AAB-1C4D-BAE0-AD6D9F48ADD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686516" y="45458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71" name="Segnaposto testo 6">
            <a:extLst>
              <a:ext uri="{FF2B5EF4-FFF2-40B4-BE49-F238E27FC236}">
                <a16:creationId xmlns:a16="http://schemas.microsoft.com/office/drawing/2014/main" id="{8A9E702F-DB3D-5648-8B9C-D1C7FA599D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80393" y="68651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6" name="Segnaposto testo 7">
            <a:extLst>
              <a:ext uri="{FF2B5EF4-FFF2-40B4-BE49-F238E27FC236}">
                <a16:creationId xmlns:a16="http://schemas.microsoft.com/office/drawing/2014/main" id="{22F4CA80-2BDF-460F-A5D1-9B1CE4B20B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9703124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testo 6">
            <a:extLst>
              <a:ext uri="{FF2B5EF4-FFF2-40B4-BE49-F238E27FC236}">
                <a16:creationId xmlns:a16="http://schemas.microsoft.com/office/drawing/2014/main" id="{7862675C-762E-384E-A72F-7B80C18BB6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728853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7" name="Segnaposto immagine 3">
            <a:extLst>
              <a:ext uri="{FF2B5EF4-FFF2-40B4-BE49-F238E27FC236}">
                <a16:creationId xmlns:a16="http://schemas.microsoft.com/office/drawing/2014/main" id="{C543C3C3-D0F6-AA42-A220-34C1A0CEAD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5723" y="1444751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8" name="Segnaposto testo 6">
            <a:extLst>
              <a:ext uri="{FF2B5EF4-FFF2-40B4-BE49-F238E27FC236}">
                <a16:creationId xmlns:a16="http://schemas.microsoft.com/office/drawing/2014/main" id="{380893CA-7979-654F-B05A-7D9931C4C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10566" y="3728853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30" name="Segnaposto immagine 3">
            <a:extLst>
              <a:ext uri="{FF2B5EF4-FFF2-40B4-BE49-F238E27FC236}">
                <a16:creationId xmlns:a16="http://schemas.microsoft.com/office/drawing/2014/main" id="{4D50A863-29CD-114B-AF79-632FC1049A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16689" y="1444751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43" name="Segnaposto testo 6">
            <a:extLst>
              <a:ext uri="{FF2B5EF4-FFF2-40B4-BE49-F238E27FC236}">
                <a16:creationId xmlns:a16="http://schemas.microsoft.com/office/drawing/2014/main" id="{53228A55-2814-4842-B283-CCF5F22320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03157" y="3736849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44" name="Segnaposto immagine 3">
            <a:extLst>
              <a:ext uri="{FF2B5EF4-FFF2-40B4-BE49-F238E27FC236}">
                <a16:creationId xmlns:a16="http://schemas.microsoft.com/office/drawing/2014/main" id="{7F23BFF8-F387-554D-85AA-BCE5BA0ABA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09280" y="1452747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45" name="Segnaposto testo 6">
            <a:extLst>
              <a:ext uri="{FF2B5EF4-FFF2-40B4-BE49-F238E27FC236}">
                <a16:creationId xmlns:a16="http://schemas.microsoft.com/office/drawing/2014/main" id="{F399C09E-5A12-7147-97CA-189AE91C80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4374" y="3736849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46" name="Segnaposto immagine 3">
            <a:extLst>
              <a:ext uri="{FF2B5EF4-FFF2-40B4-BE49-F238E27FC236}">
                <a16:creationId xmlns:a16="http://schemas.microsoft.com/office/drawing/2014/main" id="{21C9E26A-A44A-B74F-87B2-1AF366B4BC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790497" y="1452747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47" name="Segnaposto testo 6">
            <a:extLst>
              <a:ext uri="{FF2B5EF4-FFF2-40B4-BE49-F238E27FC236}">
                <a16:creationId xmlns:a16="http://schemas.microsoft.com/office/drawing/2014/main" id="{D9E379A3-CB4F-5D4A-ADA0-FCD011F2EF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69877" y="6776854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48" name="Segnaposto immagine 3">
            <a:extLst>
              <a:ext uri="{FF2B5EF4-FFF2-40B4-BE49-F238E27FC236}">
                <a16:creationId xmlns:a16="http://schemas.microsoft.com/office/drawing/2014/main" id="{A0677D84-601A-C947-BCF6-DC3FFABCDE2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776000" y="4492752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49" name="Segnaposto testo 6">
            <a:extLst>
              <a:ext uri="{FF2B5EF4-FFF2-40B4-BE49-F238E27FC236}">
                <a16:creationId xmlns:a16="http://schemas.microsoft.com/office/drawing/2014/main" id="{D9D1684C-8174-0643-999F-21DAACAE81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82257" y="6773808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50" name="Segnaposto immagine 3">
            <a:extLst>
              <a:ext uri="{FF2B5EF4-FFF2-40B4-BE49-F238E27FC236}">
                <a16:creationId xmlns:a16="http://schemas.microsoft.com/office/drawing/2014/main" id="{C1FDBDBF-4299-9142-A1E6-B3CB13D847E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388380" y="4489706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51" name="Segnaposto testo 6">
            <a:extLst>
              <a:ext uri="{FF2B5EF4-FFF2-40B4-BE49-F238E27FC236}">
                <a16:creationId xmlns:a16="http://schemas.microsoft.com/office/drawing/2014/main" id="{F109341F-2BC2-EB44-96B5-7545E842285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96095" y="6784850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54" name="Segnaposto immagine 3">
            <a:extLst>
              <a:ext uri="{FF2B5EF4-FFF2-40B4-BE49-F238E27FC236}">
                <a16:creationId xmlns:a16="http://schemas.microsoft.com/office/drawing/2014/main" id="{DB76FED3-1BCF-FC43-A123-8B3F49CB643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02218" y="4500748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55" name="Segnaposto testo 6">
            <a:extLst>
              <a:ext uri="{FF2B5EF4-FFF2-40B4-BE49-F238E27FC236}">
                <a16:creationId xmlns:a16="http://schemas.microsoft.com/office/drawing/2014/main" id="{C7A1D6B8-0485-5748-A834-91296F6ACD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344" y="6784850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60" name="Segnaposto immagine 3">
            <a:extLst>
              <a:ext uri="{FF2B5EF4-FFF2-40B4-BE49-F238E27FC236}">
                <a16:creationId xmlns:a16="http://schemas.microsoft.com/office/drawing/2014/main" id="{636C226A-A327-764F-8A17-4D1F61E5CE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6467" y="4500748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0" name="Segnaposto testo 7">
            <a:extLst>
              <a:ext uri="{FF2B5EF4-FFF2-40B4-BE49-F238E27FC236}">
                <a16:creationId xmlns:a16="http://schemas.microsoft.com/office/drawing/2014/main" id="{03E65A88-6296-4701-AB9C-6AF42B9ED1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485831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A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1636553F-D81A-D948-8CFE-774859F963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6688909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899A3671-F1F4-40B8-9A31-E146AA4FED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929616" cy="8229600"/>
          </a:xfrm>
          <a:prstGeom prst="rect">
            <a:avLst/>
          </a:prstGeom>
        </p:spPr>
      </p:pic>
      <p:sp>
        <p:nvSpPr>
          <p:cNvPr id="3" name="Segnaposto testo 3">
            <a:extLst>
              <a:ext uri="{FF2B5EF4-FFF2-40B4-BE49-F238E27FC236}">
                <a16:creationId xmlns:a16="http://schemas.microsoft.com/office/drawing/2014/main" id="{5BE5E891-9090-486A-B597-87CFFBAABB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85800"/>
            <a:ext cx="6632958" cy="3276611"/>
          </a:xfrm>
          <a:prstGeom prst="rect">
            <a:avLst/>
          </a:prstGeom>
        </p:spPr>
        <p:txBody>
          <a:bodyPr lIns="0" tIns="46800" rIns="0" bIns="0" anchor="b" anchorCtr="0"/>
          <a:lstStyle>
            <a:lvl1pPr marL="0" indent="0" algn="l">
              <a:buNone/>
              <a:defRPr sz="6000" b="1" i="0">
                <a:solidFill>
                  <a:schemeClr val="bg1"/>
                </a:solidFill>
                <a:latin typeface="Libre Franklin" pitchFamily="2" charset="77"/>
              </a:defRPr>
            </a:lvl1pPr>
          </a:lstStyle>
          <a:p>
            <a:r>
              <a:rPr lang="it-IT"/>
              <a:t>Presentation</a:t>
            </a:r>
            <a:br>
              <a:rPr lang="it-IT"/>
            </a:br>
            <a:r>
              <a:rPr lang="it-IT"/>
              <a:t>Title</a:t>
            </a:r>
          </a:p>
        </p:txBody>
      </p:sp>
      <p:sp>
        <p:nvSpPr>
          <p:cNvPr id="4" name="Segnaposto testo 17">
            <a:extLst>
              <a:ext uri="{FF2B5EF4-FFF2-40B4-BE49-F238E27FC236}">
                <a16:creationId xmlns:a16="http://schemas.microsoft.com/office/drawing/2014/main" id="{69F437D0-1EB2-41C7-BE0D-253DA2E98E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258560"/>
            <a:ext cx="6704999" cy="19136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Libre Franklin Light" pitchFamily="2" charset="77"/>
              </a:defRPr>
            </a:lvl1pPr>
          </a:lstStyle>
          <a:p>
            <a:r>
              <a:rPr lang="it-IT"/>
              <a:t>Presentation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99D400F-21D1-49B9-B75D-25B5B127BEE6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</p:spTree>
    <p:extLst>
      <p:ext uri="{BB962C8B-B14F-4D97-AF65-F5344CB8AC3E}">
        <p14:creationId xmlns:p14="http://schemas.microsoft.com/office/powerpoint/2010/main" val="42429002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B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immagine 20">
            <a:extLst>
              <a:ext uri="{FF2B5EF4-FFF2-40B4-BE49-F238E27FC236}">
                <a16:creationId xmlns:a16="http://schemas.microsoft.com/office/drawing/2014/main" id="{676BA068-B70A-444F-8888-534849A12D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1" y="1447800"/>
            <a:ext cx="4337304" cy="5940552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5" name="Segnaposto testo 13">
            <a:extLst>
              <a:ext uri="{FF2B5EF4-FFF2-40B4-BE49-F238E27FC236}">
                <a16:creationId xmlns:a16="http://schemas.microsoft.com/office/drawing/2014/main" id="{02677E17-41C5-0B43-9319-40D2949F3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05399" y="1447800"/>
            <a:ext cx="8915597" cy="533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Page Title</a:t>
            </a:r>
          </a:p>
        </p:txBody>
      </p:sp>
      <p:sp>
        <p:nvSpPr>
          <p:cNvPr id="6" name="Segnaposto testo 17">
            <a:extLst>
              <a:ext uri="{FF2B5EF4-FFF2-40B4-BE49-F238E27FC236}">
                <a16:creationId xmlns:a16="http://schemas.microsoft.com/office/drawing/2014/main" id="{97E7E4A3-48FD-3941-A0E7-D85BFD598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6198" y="2918790"/>
            <a:ext cx="8914798" cy="688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8" name="Segnaposto testo 5">
            <a:extLst>
              <a:ext uri="{FF2B5EF4-FFF2-40B4-BE49-F238E27FC236}">
                <a16:creationId xmlns:a16="http://schemas.microsoft.com/office/drawing/2014/main" id="{6C51228A-056A-BF4D-A93D-A6E9F01CFB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5398" y="2183777"/>
            <a:ext cx="8909305" cy="58261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1" name="Segnaposto tabella 10">
            <a:extLst>
              <a:ext uri="{FF2B5EF4-FFF2-40B4-BE49-F238E27FC236}">
                <a16:creationId xmlns:a16="http://schemas.microsoft.com/office/drawing/2014/main" id="{A2401964-31D3-A842-9DBB-2BEFCED5736C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5105400" y="3759823"/>
            <a:ext cx="8909050" cy="2336177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12" name="Segnaposto testo 17">
            <a:extLst>
              <a:ext uri="{FF2B5EF4-FFF2-40B4-BE49-F238E27FC236}">
                <a16:creationId xmlns:a16="http://schemas.microsoft.com/office/drawing/2014/main" id="{E4C2393C-A1B4-6043-9E53-90280D9C64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06198" y="6278868"/>
            <a:ext cx="8914798" cy="11094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5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A431F201-8BE0-444C-8EAE-C3F665634E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6261715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B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immagine 6">
            <a:extLst>
              <a:ext uri="{FF2B5EF4-FFF2-40B4-BE49-F238E27FC236}">
                <a16:creationId xmlns:a16="http://schemas.microsoft.com/office/drawing/2014/main" id="{392E8F62-5DF5-7F4C-A241-5923653FBDB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599" y="1219200"/>
            <a:ext cx="13417295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5" name="Segnaposto testo 13">
            <a:extLst>
              <a:ext uri="{FF2B5EF4-FFF2-40B4-BE49-F238E27FC236}">
                <a16:creationId xmlns:a16="http://schemas.microsoft.com/office/drawing/2014/main" id="{02677E17-41C5-0B43-9319-40D2949F3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447800"/>
            <a:ext cx="13411396" cy="533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8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Page Title</a:t>
            </a:r>
          </a:p>
        </p:txBody>
      </p:sp>
      <p:sp>
        <p:nvSpPr>
          <p:cNvPr id="6" name="Segnaposto testo 7">
            <a:extLst>
              <a:ext uri="{FF2B5EF4-FFF2-40B4-BE49-F238E27FC236}">
                <a16:creationId xmlns:a16="http://schemas.microsoft.com/office/drawing/2014/main" id="{4015921B-C352-4DAA-BC55-69EC1DF019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9845109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B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immagine 6">
            <a:extLst>
              <a:ext uri="{FF2B5EF4-FFF2-40B4-BE49-F238E27FC236}">
                <a16:creationId xmlns:a16="http://schemas.microsoft.com/office/drawing/2014/main" id="{392E8F62-5DF5-7F4C-A241-5923653FBDB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599" y="1143000"/>
            <a:ext cx="13417295" cy="64849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5" name="Segnaposto testo 13">
            <a:extLst>
              <a:ext uri="{FF2B5EF4-FFF2-40B4-BE49-F238E27FC236}">
                <a16:creationId xmlns:a16="http://schemas.microsoft.com/office/drawing/2014/main" id="{02677E17-41C5-0B43-9319-40D2949F3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447800"/>
            <a:ext cx="13411396" cy="533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8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text</a:t>
            </a:r>
          </a:p>
        </p:txBody>
      </p:sp>
      <p:sp>
        <p:nvSpPr>
          <p:cNvPr id="6" name="Segnaposto testo 13">
            <a:extLst>
              <a:ext uri="{FF2B5EF4-FFF2-40B4-BE49-F238E27FC236}">
                <a16:creationId xmlns:a16="http://schemas.microsoft.com/office/drawing/2014/main" id="{C37B94C0-2E06-DD4C-8B5F-747ECD35F2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549" y="6790944"/>
            <a:ext cx="13411396" cy="533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8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text</a:t>
            </a:r>
          </a:p>
        </p:txBody>
      </p:sp>
      <p:sp>
        <p:nvSpPr>
          <p:cNvPr id="7" name="Segnaposto testo 7">
            <a:extLst>
              <a:ext uri="{FF2B5EF4-FFF2-40B4-BE49-F238E27FC236}">
                <a16:creationId xmlns:a16="http://schemas.microsoft.com/office/drawing/2014/main" id="{072880B4-6ACD-45FF-9C20-79FC364415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7988426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B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13">
            <a:extLst>
              <a:ext uri="{FF2B5EF4-FFF2-40B4-BE49-F238E27FC236}">
                <a16:creationId xmlns:a16="http://schemas.microsoft.com/office/drawing/2014/main" id="{02677E17-41C5-0B43-9319-40D2949F3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447800"/>
            <a:ext cx="13411396" cy="533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800" b="1" i="0">
                <a:solidFill>
                  <a:schemeClr val="tx2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text</a:t>
            </a:r>
          </a:p>
        </p:txBody>
      </p:sp>
      <p:sp>
        <p:nvSpPr>
          <p:cNvPr id="6" name="Segnaposto testo 13">
            <a:extLst>
              <a:ext uri="{FF2B5EF4-FFF2-40B4-BE49-F238E27FC236}">
                <a16:creationId xmlns:a16="http://schemas.microsoft.com/office/drawing/2014/main" id="{C37B94C0-2E06-DD4C-8B5F-747ECD35F2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549" y="6790944"/>
            <a:ext cx="13411396" cy="533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8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text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76C500E4-77EE-4E72-AA35-1F30537F5C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42B9FD1D-DD23-4C9B-9BDD-30CF8EFD8804}"/>
              </a:ext>
            </a:extLst>
          </p:cNvPr>
          <p:cNvSpPr/>
          <p:nvPr userDrawn="1"/>
        </p:nvSpPr>
        <p:spPr>
          <a:xfrm>
            <a:off x="45127" y="685800"/>
            <a:ext cx="14540145" cy="7164425"/>
          </a:xfrm>
          <a:prstGeom prst="rect">
            <a:avLst/>
          </a:prstGeom>
          <a:blipFill dpi="0" rotWithShape="1">
            <a:blip r:embed="rId2" cstate="print">
              <a:alphaModFix amt="34000"/>
            </a:blip>
            <a:srcRect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699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B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76C500E4-77EE-4E72-AA35-1F30537F5C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4056277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egnaposto immagine 22">
            <a:extLst>
              <a:ext uri="{FF2B5EF4-FFF2-40B4-BE49-F238E27FC236}">
                <a16:creationId xmlns:a16="http://schemas.microsoft.com/office/drawing/2014/main" id="{7A7ACB23-722A-D140-88F5-29D9A526F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5400" y="1203960"/>
            <a:ext cx="89154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9" name="Segnaposto testo 17">
            <a:extLst>
              <a:ext uri="{FF2B5EF4-FFF2-40B4-BE49-F238E27FC236}">
                <a16:creationId xmlns:a16="http://schemas.microsoft.com/office/drawing/2014/main" id="{2825DF9A-B3C9-D543-93CE-B51305E313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304" y="2711526"/>
            <a:ext cx="4346078" cy="49011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9" name="Segnaposto testo 5">
            <a:extLst>
              <a:ext uri="{FF2B5EF4-FFF2-40B4-BE49-F238E27FC236}">
                <a16:creationId xmlns:a16="http://schemas.microsoft.com/office/drawing/2014/main" id="{0B191400-11AC-4A44-9DDE-2EC895BCE9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505" y="2057400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1" name="Segnaposto testo 7">
            <a:extLst>
              <a:ext uri="{FF2B5EF4-FFF2-40B4-BE49-F238E27FC236}">
                <a16:creationId xmlns:a16="http://schemas.microsoft.com/office/drawing/2014/main" id="{FDC4B5A1-1B26-4AD4-BFBC-520175FE81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23" name="Segnaposto testo 15">
            <a:extLst>
              <a:ext uri="{FF2B5EF4-FFF2-40B4-BE49-F238E27FC236}">
                <a16:creationId xmlns:a16="http://schemas.microsoft.com/office/drawing/2014/main" id="{7339B3BA-607D-4D5C-AAD4-DC6DAC21BC4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250" y="1371600"/>
            <a:ext cx="4343400" cy="6096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3417277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egnaposto immagine 22">
            <a:extLst>
              <a:ext uri="{FF2B5EF4-FFF2-40B4-BE49-F238E27FC236}">
                <a16:creationId xmlns:a16="http://schemas.microsoft.com/office/drawing/2014/main" id="{7A7ACB23-722A-D140-88F5-29D9A526F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5400" y="1203960"/>
            <a:ext cx="89154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9" name="Segnaposto testo 17">
            <a:extLst>
              <a:ext uri="{FF2B5EF4-FFF2-40B4-BE49-F238E27FC236}">
                <a16:creationId xmlns:a16="http://schemas.microsoft.com/office/drawing/2014/main" id="{2825DF9A-B3C9-D543-93CE-B51305E313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5" y="4267200"/>
            <a:ext cx="4346078" cy="830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532AEB83-6697-4F19-A6C3-CCD7945B4D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505" y="3552329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4AC5D1C5-1402-4B03-BA49-339CC96ABA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21" name="Segnaposto testo 14">
            <a:extLst>
              <a:ext uri="{FF2B5EF4-FFF2-40B4-BE49-F238E27FC236}">
                <a16:creationId xmlns:a16="http://schemas.microsoft.com/office/drawing/2014/main" id="{733F238F-A41B-4125-A0BF-78DEEC23A61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1371600"/>
            <a:ext cx="4333875" cy="566738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  <a:lvl2pPr>
              <a:defRPr b="1">
                <a:latin typeface="Libre Franklin" panose="00000800000000000000" pitchFamily="2" charset="0"/>
              </a:defRPr>
            </a:lvl2pPr>
            <a:lvl3pPr>
              <a:defRPr b="1">
                <a:latin typeface="Libre Franklin" panose="00000800000000000000" pitchFamily="2" charset="0"/>
              </a:defRPr>
            </a:lvl3pPr>
            <a:lvl4pPr>
              <a:defRPr b="1">
                <a:latin typeface="Libre Franklin" panose="00000800000000000000" pitchFamily="2" charset="0"/>
              </a:defRPr>
            </a:lvl4pPr>
            <a:lvl5pPr>
              <a:defRPr b="1">
                <a:latin typeface="Libre Franklin" panose="00000800000000000000" pitchFamily="2" charset="0"/>
              </a:defRPr>
            </a:lvl5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7959583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egnaposto immagine 22">
            <a:extLst>
              <a:ext uri="{FF2B5EF4-FFF2-40B4-BE49-F238E27FC236}">
                <a16:creationId xmlns:a16="http://schemas.microsoft.com/office/drawing/2014/main" id="{7A7ACB23-722A-D140-88F5-29D9A526F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5400" y="1203960"/>
            <a:ext cx="89154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9" name="Segnaposto testo 17">
            <a:extLst>
              <a:ext uri="{FF2B5EF4-FFF2-40B4-BE49-F238E27FC236}">
                <a16:creationId xmlns:a16="http://schemas.microsoft.com/office/drawing/2014/main" id="{2825DF9A-B3C9-D543-93CE-B51305E313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5" y="4267200"/>
            <a:ext cx="4346078" cy="830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B009616-793B-44D2-9C98-14B76EE8FE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505" y="3552329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7" name="Segnaposto testo 7">
            <a:extLst>
              <a:ext uri="{FF2B5EF4-FFF2-40B4-BE49-F238E27FC236}">
                <a16:creationId xmlns:a16="http://schemas.microsoft.com/office/drawing/2014/main" id="{57207090-0422-40C5-B9CC-34B2225EC7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21113822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22">
            <a:extLst>
              <a:ext uri="{FF2B5EF4-FFF2-40B4-BE49-F238E27FC236}">
                <a16:creationId xmlns:a16="http://schemas.microsoft.com/office/drawing/2014/main" id="{B1A2D5CF-C3AA-2A42-AAC9-7FEFE0B0752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5400" y="1203960"/>
            <a:ext cx="44196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1" name="Segnaposto immagine 22">
            <a:extLst>
              <a:ext uri="{FF2B5EF4-FFF2-40B4-BE49-F238E27FC236}">
                <a16:creationId xmlns:a16="http://schemas.microsoft.com/office/drawing/2014/main" id="{5D84AF20-2EC9-9849-9B36-679626C090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80448" y="1219200"/>
            <a:ext cx="44196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3" name="Segnaposto testo 17">
            <a:extLst>
              <a:ext uri="{FF2B5EF4-FFF2-40B4-BE49-F238E27FC236}">
                <a16:creationId xmlns:a16="http://schemas.microsoft.com/office/drawing/2014/main" id="{0C7460CE-4ABE-9244-9634-4830FD50EF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5" y="4267200"/>
            <a:ext cx="4346078" cy="830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9" name="Segnaposto testo 5">
            <a:extLst>
              <a:ext uri="{FF2B5EF4-FFF2-40B4-BE49-F238E27FC236}">
                <a16:creationId xmlns:a16="http://schemas.microsoft.com/office/drawing/2014/main" id="{1FCBAAD6-8E5F-42CF-91F5-7E7C12CBD0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505" y="3552329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15" name="Segnaposto testo 7">
            <a:extLst>
              <a:ext uri="{FF2B5EF4-FFF2-40B4-BE49-F238E27FC236}">
                <a16:creationId xmlns:a16="http://schemas.microsoft.com/office/drawing/2014/main" id="{5A9CA1F5-612C-43C5-B894-5FEBE7596C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16" name="Segnaposto testo 2">
            <a:extLst>
              <a:ext uri="{FF2B5EF4-FFF2-40B4-BE49-F238E27FC236}">
                <a16:creationId xmlns:a16="http://schemas.microsoft.com/office/drawing/2014/main" id="{CEED9F0C-B994-4C1E-A94B-E575E2A138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250" y="1371600"/>
            <a:ext cx="4343400" cy="6096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  <a:lvl3pPr>
              <a:defRPr/>
            </a:lvl3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0028258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immagine 22">
            <a:extLst>
              <a:ext uri="{FF2B5EF4-FFF2-40B4-BE49-F238E27FC236}">
                <a16:creationId xmlns:a16="http://schemas.microsoft.com/office/drawing/2014/main" id="{B1A2D5CF-C3AA-2A42-AAC9-7FEFE0B0752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5400" y="1203960"/>
            <a:ext cx="44196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1" name="Segnaposto immagine 22">
            <a:extLst>
              <a:ext uri="{FF2B5EF4-FFF2-40B4-BE49-F238E27FC236}">
                <a16:creationId xmlns:a16="http://schemas.microsoft.com/office/drawing/2014/main" id="{5D84AF20-2EC9-9849-9B36-679626C090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80448" y="1219200"/>
            <a:ext cx="4419600" cy="6408738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3" name="Segnaposto testo 17">
            <a:extLst>
              <a:ext uri="{FF2B5EF4-FFF2-40B4-BE49-F238E27FC236}">
                <a16:creationId xmlns:a16="http://schemas.microsoft.com/office/drawing/2014/main" id="{0C7460CE-4ABE-9244-9634-4830FD50EF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5" y="4267200"/>
            <a:ext cx="4346078" cy="830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rgbClr val="6A6A69"/>
                </a:solidFill>
                <a:latin typeface="Libre Franklin Light" pitchFamily="2" charset="77"/>
              </a:defRPr>
            </a:lvl1pPr>
          </a:lstStyle>
          <a:p>
            <a:r>
              <a:rPr lang="it-IT" dirty="0"/>
              <a:t>Modifica gli stili del testo dello schema
Secondo livello</a:t>
            </a:r>
          </a:p>
        </p:txBody>
      </p:sp>
      <p:sp>
        <p:nvSpPr>
          <p:cNvPr id="8" name="Segnaposto testo 5">
            <a:extLst>
              <a:ext uri="{FF2B5EF4-FFF2-40B4-BE49-F238E27FC236}">
                <a16:creationId xmlns:a16="http://schemas.microsoft.com/office/drawing/2014/main" id="{95C6C90D-0A32-4331-BE1D-ED7BD6E8DD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505" y="3552329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D218BB98-7721-42CE-AC0F-167BF4AAB1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40374013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3">
            <a:extLst>
              <a:ext uri="{FF2B5EF4-FFF2-40B4-BE49-F238E27FC236}">
                <a16:creationId xmlns:a16="http://schemas.microsoft.com/office/drawing/2014/main" id="{FEB0AB04-C688-D646-AC55-56421835BB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600200"/>
            <a:ext cx="13335000" cy="1371600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indent="0" algn="ctr">
              <a:buNone/>
              <a:defRPr sz="90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Title</a:t>
            </a:r>
          </a:p>
        </p:txBody>
      </p:sp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D7183070-73A6-6644-8124-02973CBCA6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3367595"/>
            <a:ext cx="13335000" cy="3852356"/>
          </a:xfrm>
          <a:prstGeom prst="rect">
            <a:avLst/>
          </a:prstGeom>
        </p:spPr>
        <p:txBody>
          <a:bodyPr lIns="0" tIns="46800" rIns="0" bIns="46800"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8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 err="1"/>
              <a:t>Paragraph</a:t>
            </a:r>
            <a:r>
              <a:rPr lang="it-IT" dirty="0"/>
              <a:t> Title / Body</a:t>
            </a:r>
          </a:p>
        </p:txBody>
      </p:sp>
      <p:sp>
        <p:nvSpPr>
          <p:cNvPr id="5" name="Segnaposto testo 7">
            <a:extLst>
              <a:ext uri="{FF2B5EF4-FFF2-40B4-BE49-F238E27FC236}">
                <a16:creationId xmlns:a16="http://schemas.microsoft.com/office/drawing/2014/main" id="{19236BE0-1045-4174-A9C4-888910D05B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9620651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8">
            <a:extLst>
              <a:ext uri="{FF2B5EF4-FFF2-40B4-BE49-F238E27FC236}">
                <a16:creationId xmlns:a16="http://schemas.microsoft.com/office/drawing/2014/main" id="{6EC08EAF-85BF-B54F-BD2E-D24109A83C31}"/>
              </a:ext>
            </a:extLst>
          </p:cNvPr>
          <p:cNvSpPr/>
          <p:nvPr userDrawn="1"/>
        </p:nvSpPr>
        <p:spPr>
          <a:xfrm>
            <a:off x="273878" y="811213"/>
            <a:ext cx="14100738" cy="69479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Segnaposto testo 5">
            <a:extLst>
              <a:ext uri="{FF2B5EF4-FFF2-40B4-BE49-F238E27FC236}">
                <a16:creationId xmlns:a16="http://schemas.microsoft.com/office/drawing/2014/main" id="{CE6A25A9-ACDC-4FA8-9548-6398120956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505" y="5867400"/>
            <a:ext cx="4343400" cy="48627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 err="1"/>
              <a:t>Paragraph</a:t>
            </a:r>
            <a:r>
              <a:rPr lang="it-IT" dirty="0"/>
              <a:t> Title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B29D1A39-EB23-4837-9D42-880903AA43F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  <p:sp>
        <p:nvSpPr>
          <p:cNvPr id="11" name="Segnaposto testo 2">
            <a:extLst>
              <a:ext uri="{FF2B5EF4-FFF2-40B4-BE49-F238E27FC236}">
                <a16:creationId xmlns:a16="http://schemas.microsoft.com/office/drawing/2014/main" id="{9AB8D915-7C48-4D88-9742-2BB34A9130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250" y="1371600"/>
            <a:ext cx="9531350" cy="6096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2"/>
                </a:solidFill>
                <a:latin typeface="Libre Franklin" panose="00000800000000000000" pitchFamily="2" charset="0"/>
              </a:defRPr>
            </a:lvl1pPr>
          </a:lstStyle>
          <a:p>
            <a:pPr lvl="0"/>
            <a:r>
              <a:rPr lang="it-IT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990635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3">
            <a:extLst>
              <a:ext uri="{FF2B5EF4-FFF2-40B4-BE49-F238E27FC236}">
                <a16:creationId xmlns:a16="http://schemas.microsoft.com/office/drawing/2014/main" id="{5AB39904-7778-0B43-B5E4-2E63983120D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5723" y="14136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 dirty="0"/>
          </a:p>
        </p:txBody>
      </p:sp>
      <p:sp>
        <p:nvSpPr>
          <p:cNvPr id="9" name="Segnaposto testo 6">
            <a:extLst>
              <a:ext uri="{FF2B5EF4-FFF2-40B4-BE49-F238E27FC236}">
                <a16:creationId xmlns:a16="http://schemas.microsoft.com/office/drawing/2014/main" id="{918CF61B-631D-5840-8839-71F099875E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733007"/>
            <a:ext cx="4337277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AA72836D-1196-1B4B-AAA1-4433A7F772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69434" y="14232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16AFB081-16A0-3F49-9003-8B35619A9F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63311" y="3742607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9A81A466-CE69-0146-A75E-1970D01A48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92639" y="1423269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3" name="Segnaposto testo 6">
            <a:extLst>
              <a:ext uri="{FF2B5EF4-FFF2-40B4-BE49-F238E27FC236}">
                <a16:creationId xmlns:a16="http://schemas.microsoft.com/office/drawing/2014/main" id="{CCE4BA25-84DA-CE41-98C9-2420C2B90A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86516" y="3742607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4" name="Segnaposto immagine 3">
            <a:extLst>
              <a:ext uri="{FF2B5EF4-FFF2-40B4-BE49-F238E27FC236}">
                <a16:creationId xmlns:a16="http://schemas.microsoft.com/office/drawing/2014/main" id="{89BE548F-5246-9D4D-8033-DDA3272672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" y="45362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5" name="Segnaposto testo 6">
            <a:extLst>
              <a:ext uri="{FF2B5EF4-FFF2-40B4-BE49-F238E27FC236}">
                <a16:creationId xmlns:a16="http://schemas.microsoft.com/office/drawing/2014/main" id="{B0DEA285-CA8F-D945-B04C-E0F5F4952DD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477" y="68555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6" name="Segnaposto immagine 3">
            <a:extLst>
              <a:ext uri="{FF2B5EF4-FFF2-40B4-BE49-F238E27FC236}">
                <a16:creationId xmlns:a16="http://schemas.microsoft.com/office/drawing/2014/main" id="{6A5C5820-862C-014B-A22E-74BC33C3DB3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163311" y="45458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7" name="Segnaposto testo 6">
            <a:extLst>
              <a:ext uri="{FF2B5EF4-FFF2-40B4-BE49-F238E27FC236}">
                <a16:creationId xmlns:a16="http://schemas.microsoft.com/office/drawing/2014/main" id="{70C376EC-13CF-994A-BFA8-3BB4591778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57188" y="68651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18" name="Segnaposto immagine 3">
            <a:extLst>
              <a:ext uri="{FF2B5EF4-FFF2-40B4-BE49-F238E27FC236}">
                <a16:creationId xmlns:a16="http://schemas.microsoft.com/office/drawing/2014/main" id="{CDBF8737-F763-954E-839A-D9CB321436D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86516" y="4545806"/>
            <a:ext cx="4337278" cy="2315184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9" name="Segnaposto testo 6">
            <a:extLst>
              <a:ext uri="{FF2B5EF4-FFF2-40B4-BE49-F238E27FC236}">
                <a16:creationId xmlns:a16="http://schemas.microsoft.com/office/drawing/2014/main" id="{E8887949-3CD0-754E-9F54-B23DCF11C9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80393" y="6865144"/>
            <a:ext cx="4343400" cy="5683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0" name="Segnaposto testo 7">
            <a:extLst>
              <a:ext uri="{FF2B5EF4-FFF2-40B4-BE49-F238E27FC236}">
                <a16:creationId xmlns:a16="http://schemas.microsoft.com/office/drawing/2014/main" id="{2322EB15-AD0E-4242-B89B-624635375A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8734938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roC_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gnaposto testo 6">
            <a:extLst>
              <a:ext uri="{FF2B5EF4-FFF2-40B4-BE49-F238E27FC236}">
                <a16:creationId xmlns:a16="http://schemas.microsoft.com/office/drawing/2014/main" id="{F1CE3D6C-12A9-8E41-9C58-EFAA6B8B86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728853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1" name="Segnaposto immagine 3">
            <a:extLst>
              <a:ext uri="{FF2B5EF4-FFF2-40B4-BE49-F238E27FC236}">
                <a16:creationId xmlns:a16="http://schemas.microsoft.com/office/drawing/2014/main" id="{E6CEE213-D84E-5E4E-AC91-6307920380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5723" y="1444751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2" name="Segnaposto testo 6">
            <a:extLst>
              <a:ext uri="{FF2B5EF4-FFF2-40B4-BE49-F238E27FC236}">
                <a16:creationId xmlns:a16="http://schemas.microsoft.com/office/drawing/2014/main" id="{95F5DBDD-BE7C-C449-A868-14134BEAD1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10566" y="3728853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3" name="Segnaposto immagine 3">
            <a:extLst>
              <a:ext uri="{FF2B5EF4-FFF2-40B4-BE49-F238E27FC236}">
                <a16:creationId xmlns:a16="http://schemas.microsoft.com/office/drawing/2014/main" id="{13A08CB9-1758-264F-B575-6A80C61AD7A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16689" y="1444751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4" name="Segnaposto testo 6">
            <a:extLst>
              <a:ext uri="{FF2B5EF4-FFF2-40B4-BE49-F238E27FC236}">
                <a16:creationId xmlns:a16="http://schemas.microsoft.com/office/drawing/2014/main" id="{C01F4275-9DBB-A347-9A9F-A591974D3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3157" y="3736849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5" name="Segnaposto immagine 3">
            <a:extLst>
              <a:ext uri="{FF2B5EF4-FFF2-40B4-BE49-F238E27FC236}">
                <a16:creationId xmlns:a16="http://schemas.microsoft.com/office/drawing/2014/main" id="{669731CD-2F50-EB40-969D-B179AE9168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409280" y="1452747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6" name="Segnaposto testo 6">
            <a:extLst>
              <a:ext uri="{FF2B5EF4-FFF2-40B4-BE49-F238E27FC236}">
                <a16:creationId xmlns:a16="http://schemas.microsoft.com/office/drawing/2014/main" id="{7A5DFF7D-7EDB-C44B-8A30-AA7B465A5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84374" y="3736849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7" name="Segnaposto immagine 3">
            <a:extLst>
              <a:ext uri="{FF2B5EF4-FFF2-40B4-BE49-F238E27FC236}">
                <a16:creationId xmlns:a16="http://schemas.microsoft.com/office/drawing/2014/main" id="{3D861458-ED50-9241-B823-BE8D023CF15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790497" y="1452747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28" name="Segnaposto testo 6">
            <a:extLst>
              <a:ext uri="{FF2B5EF4-FFF2-40B4-BE49-F238E27FC236}">
                <a16:creationId xmlns:a16="http://schemas.microsoft.com/office/drawing/2014/main" id="{F89A19A1-CA06-3347-9BED-9438F39CF61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69877" y="6776854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29" name="Segnaposto immagine 3">
            <a:extLst>
              <a:ext uri="{FF2B5EF4-FFF2-40B4-BE49-F238E27FC236}">
                <a16:creationId xmlns:a16="http://schemas.microsoft.com/office/drawing/2014/main" id="{F9E7D726-3FCD-D74B-97E0-45DE97EE989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776000" y="4492752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30" name="Segnaposto testo 6">
            <a:extLst>
              <a:ext uri="{FF2B5EF4-FFF2-40B4-BE49-F238E27FC236}">
                <a16:creationId xmlns:a16="http://schemas.microsoft.com/office/drawing/2014/main" id="{847EC755-974C-D743-B076-1B0FBF3BEF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82257" y="6773808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31" name="Segnaposto immagine 3">
            <a:extLst>
              <a:ext uri="{FF2B5EF4-FFF2-40B4-BE49-F238E27FC236}">
                <a16:creationId xmlns:a16="http://schemas.microsoft.com/office/drawing/2014/main" id="{8BC28183-FAD6-4C44-89FD-7A1296EA277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388380" y="4489706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32" name="Segnaposto testo 6">
            <a:extLst>
              <a:ext uri="{FF2B5EF4-FFF2-40B4-BE49-F238E27FC236}">
                <a16:creationId xmlns:a16="http://schemas.microsoft.com/office/drawing/2014/main" id="{552809AE-B217-CB4D-9124-B4CC36F30D1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96095" y="6784850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33" name="Segnaposto immagine 3">
            <a:extLst>
              <a:ext uri="{FF2B5EF4-FFF2-40B4-BE49-F238E27FC236}">
                <a16:creationId xmlns:a16="http://schemas.microsoft.com/office/drawing/2014/main" id="{FA26F96C-BDEA-B445-85C9-16EF1B708E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002218" y="4500748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34" name="Segnaposto testo 6">
            <a:extLst>
              <a:ext uri="{FF2B5EF4-FFF2-40B4-BE49-F238E27FC236}">
                <a16:creationId xmlns:a16="http://schemas.microsoft.com/office/drawing/2014/main" id="{A5E42E8D-9BC0-E74E-8838-6B3F9F3EDC2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344" y="6784850"/>
            <a:ext cx="3221928" cy="611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800" b="1" i="0">
                <a:solidFill>
                  <a:srgbClr val="00A9DE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Body</a:t>
            </a:r>
          </a:p>
        </p:txBody>
      </p:sp>
      <p:sp>
        <p:nvSpPr>
          <p:cNvPr id="35" name="Segnaposto immagine 3">
            <a:extLst>
              <a:ext uri="{FF2B5EF4-FFF2-40B4-BE49-F238E27FC236}">
                <a16:creationId xmlns:a16="http://schemas.microsoft.com/office/drawing/2014/main" id="{F5F3982E-EA2E-5A4A-9168-DFB7E568BE5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6467" y="4500748"/>
            <a:ext cx="3224180" cy="2284101"/>
          </a:xfrm>
          <a:prstGeom prst="rect">
            <a:avLst/>
          </a:prstGeom>
          <a:solidFill>
            <a:srgbClr val="6A6A69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it-IT"/>
          </a:p>
        </p:txBody>
      </p:sp>
      <p:sp>
        <p:nvSpPr>
          <p:cNvPr id="19" name="Segnaposto testo 7">
            <a:extLst>
              <a:ext uri="{FF2B5EF4-FFF2-40B4-BE49-F238E27FC236}">
                <a16:creationId xmlns:a16="http://schemas.microsoft.com/office/drawing/2014/main" id="{207068AE-FED6-477D-B174-24044D8D57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28604318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stroC_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naposto testo 7">
            <a:extLst>
              <a:ext uri="{FF2B5EF4-FFF2-40B4-BE49-F238E27FC236}">
                <a16:creationId xmlns:a16="http://schemas.microsoft.com/office/drawing/2014/main" id="{207068AE-FED6-477D-B174-24044D8D57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"/>
            <a:ext cx="11811000" cy="3540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00" b="1" i="0">
                <a:solidFill>
                  <a:srgbClr val="6A6A69"/>
                </a:solidFill>
                <a:latin typeface="Libre Franklin" pitchFamily="2" charset="77"/>
              </a:defRPr>
            </a:lvl1pPr>
          </a:lstStyle>
          <a:p>
            <a:r>
              <a:rPr lang="it-IT" dirty="0"/>
              <a:t>Presentation Title &gt; </a:t>
            </a:r>
            <a:r>
              <a:rPr lang="it-IT" dirty="0" err="1"/>
              <a:t>Section</a:t>
            </a:r>
            <a:r>
              <a:rPr lang="it-IT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0021027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emf"/><Relationship Id="rId7" Type="http://schemas.openxmlformats.org/officeDocument/2006/relationships/image" Target="../media/image2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19" Type="http://schemas.openxmlformats.org/officeDocument/2006/relationships/image" Target="../media/image1.emf"/><Relationship Id="rId20" Type="http://schemas.openxmlformats.org/officeDocument/2006/relationships/image" Target="../media/image2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theme" Target="../theme/theme3.xml"/><Relationship Id="rId7" Type="http://schemas.openxmlformats.org/officeDocument/2006/relationships/image" Target="../media/image1.emf"/><Relationship Id="rId8" Type="http://schemas.openxmlformats.org/officeDocument/2006/relationships/image" Target="../media/image2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theme" Target="../theme/theme4.xml"/><Relationship Id="rId12" Type="http://schemas.openxmlformats.org/officeDocument/2006/relationships/image" Target="../media/image1.emf"/><Relationship Id="rId13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8B9BA92C-5ABA-0B40-BB5E-F9D47C09D17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3069858" y="304508"/>
            <a:ext cx="950942" cy="62280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DE95BA30-7172-FD43-A770-F0CAA496FF56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CC6AF91-F891-4AA0-98F6-676174F483E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3052496" y="7826371"/>
            <a:ext cx="962612" cy="19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770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38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8B9BA92C-5ABA-0B40-BB5E-F9D47C09D17E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3069858" y="304508"/>
            <a:ext cx="950942" cy="62280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DE95BA30-7172-FD43-A770-F0CAA496FF56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CC6AF91-F891-4AA0-98F6-676174F483ED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3052496" y="7826371"/>
            <a:ext cx="962612" cy="194787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6E4F573-4840-4ABE-A0F2-3D67184609AD}"/>
              </a:ext>
            </a:extLst>
          </p:cNvPr>
          <p:cNvSpPr/>
          <p:nvPr userDrawn="1"/>
        </p:nvSpPr>
        <p:spPr>
          <a:xfrm>
            <a:off x="0" y="1219200"/>
            <a:ext cx="14630400" cy="6438900"/>
          </a:xfrm>
          <a:custGeom>
            <a:avLst/>
            <a:gdLst/>
            <a:ahLst/>
            <a:cxnLst/>
            <a:rect l="l" t="t" r="r" b="b"/>
            <a:pathLst>
              <a:path w="14630400" h="6438900">
                <a:moveTo>
                  <a:pt x="0" y="6438900"/>
                </a:moveTo>
                <a:lnTo>
                  <a:pt x="14630400" y="6438900"/>
                </a:lnTo>
                <a:lnTo>
                  <a:pt x="14630400" y="0"/>
                </a:lnTo>
                <a:lnTo>
                  <a:pt x="0" y="0"/>
                </a:lnTo>
                <a:lnTo>
                  <a:pt x="0" y="643890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3033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718" r:id="rId16"/>
    <p:sldLayoutId id="214748372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38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B16319FD-FEAE-4AC3-A404-2D2877110BB5}"/>
              </a:ext>
            </a:extLst>
          </p:cNvPr>
          <p:cNvSpPr/>
          <p:nvPr userDrawn="1"/>
        </p:nvSpPr>
        <p:spPr>
          <a:xfrm>
            <a:off x="0" y="1219200"/>
            <a:ext cx="14630400" cy="6438900"/>
          </a:xfrm>
          <a:custGeom>
            <a:avLst/>
            <a:gdLst/>
            <a:ahLst/>
            <a:cxnLst/>
            <a:rect l="l" t="t" r="r" b="b"/>
            <a:pathLst>
              <a:path w="14630400" h="6438900">
                <a:moveTo>
                  <a:pt x="0" y="6438900"/>
                </a:moveTo>
                <a:lnTo>
                  <a:pt x="14630400" y="6438900"/>
                </a:lnTo>
                <a:lnTo>
                  <a:pt x="14630400" y="0"/>
                </a:lnTo>
                <a:lnTo>
                  <a:pt x="0" y="0"/>
                </a:lnTo>
                <a:lnTo>
                  <a:pt x="0" y="643890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C0A962BA-6B93-4A01-8607-A4D540FD681F}"/>
              </a:ext>
            </a:extLst>
          </p:cNvPr>
          <p:cNvSpPr/>
          <p:nvPr userDrawn="1"/>
        </p:nvSpPr>
        <p:spPr>
          <a:xfrm>
            <a:off x="0" y="7195576"/>
            <a:ext cx="14630400" cy="1034415"/>
          </a:xfrm>
          <a:custGeom>
            <a:avLst/>
            <a:gdLst/>
            <a:ahLst/>
            <a:cxnLst/>
            <a:rect l="l" t="t" r="r" b="b"/>
            <a:pathLst>
              <a:path w="14630400" h="1034415">
                <a:moveTo>
                  <a:pt x="14630400" y="0"/>
                </a:moveTo>
                <a:lnTo>
                  <a:pt x="14578538" y="21168"/>
                </a:lnTo>
                <a:lnTo>
                  <a:pt x="14536283" y="37862"/>
                </a:lnTo>
                <a:lnTo>
                  <a:pt x="14493671" y="54238"/>
                </a:lnTo>
                <a:lnTo>
                  <a:pt x="14450702" y="70296"/>
                </a:lnTo>
                <a:lnTo>
                  <a:pt x="14407377" y="86036"/>
                </a:lnTo>
                <a:lnTo>
                  <a:pt x="14363694" y="101459"/>
                </a:lnTo>
                <a:lnTo>
                  <a:pt x="14319654" y="116564"/>
                </a:lnTo>
                <a:lnTo>
                  <a:pt x="14230504" y="145820"/>
                </a:lnTo>
                <a:lnTo>
                  <a:pt x="14139925" y="173805"/>
                </a:lnTo>
                <a:lnTo>
                  <a:pt x="14047919" y="200518"/>
                </a:lnTo>
                <a:lnTo>
                  <a:pt x="13954484" y="225959"/>
                </a:lnTo>
                <a:lnTo>
                  <a:pt x="13859621" y="250129"/>
                </a:lnTo>
                <a:lnTo>
                  <a:pt x="13763330" y="273028"/>
                </a:lnTo>
                <a:lnTo>
                  <a:pt x="13665611" y="294654"/>
                </a:lnTo>
                <a:lnTo>
                  <a:pt x="13566463" y="315009"/>
                </a:lnTo>
                <a:lnTo>
                  <a:pt x="13465887" y="334092"/>
                </a:lnTo>
                <a:lnTo>
                  <a:pt x="13363882" y="351903"/>
                </a:lnTo>
                <a:lnTo>
                  <a:pt x="13260449" y="368443"/>
                </a:lnTo>
                <a:lnTo>
                  <a:pt x="13155587" y="383710"/>
                </a:lnTo>
                <a:lnTo>
                  <a:pt x="13049296" y="397706"/>
                </a:lnTo>
                <a:lnTo>
                  <a:pt x="12887180" y="416314"/>
                </a:lnTo>
                <a:lnTo>
                  <a:pt x="12721850" y="432059"/>
                </a:lnTo>
                <a:lnTo>
                  <a:pt x="12553305" y="444942"/>
                </a:lnTo>
                <a:lnTo>
                  <a:pt x="12381544" y="454963"/>
                </a:lnTo>
                <a:lnTo>
                  <a:pt x="12206567" y="462121"/>
                </a:lnTo>
                <a:lnTo>
                  <a:pt x="12028375" y="466416"/>
                </a:lnTo>
                <a:lnTo>
                  <a:pt x="11846966" y="467847"/>
                </a:lnTo>
                <a:lnTo>
                  <a:pt x="0" y="467847"/>
                </a:lnTo>
                <a:lnTo>
                  <a:pt x="0" y="1034023"/>
                </a:lnTo>
                <a:lnTo>
                  <a:pt x="14630400" y="1034023"/>
                </a:lnTo>
                <a:lnTo>
                  <a:pt x="14630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7C0CBA8-73D1-6946-A35D-A01AF414D402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97EA332F-A858-426C-8232-623BA788C6B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3069858" y="304508"/>
            <a:ext cx="950942" cy="62280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9744FAFC-046E-48EE-AE7B-BC184DC18A7D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3052496" y="7826371"/>
            <a:ext cx="962612" cy="19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263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1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FF9B922-CF5C-7445-87B5-08DD17C52E89}"/>
              </a:ext>
            </a:extLst>
          </p:cNvPr>
          <p:cNvSpPr txBox="1"/>
          <p:nvPr userDrawn="1"/>
        </p:nvSpPr>
        <p:spPr>
          <a:xfrm>
            <a:off x="609600" y="7846821"/>
            <a:ext cx="4937125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BOTTERO </a:t>
            </a:r>
            <a:r>
              <a:rPr kumimoji="0" lang="en" sz="1000" b="0" i="0" u="none" strike="noStrike" kern="1200" cap="none" spc="1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S.p.A. 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-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All Rights</a:t>
            </a:r>
            <a:r>
              <a:rPr kumimoji="0" lang="en" sz="1000" b="0" i="0" u="none" strike="noStrike" kern="1200" cap="none" spc="-114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 </a:t>
            </a:r>
            <a:r>
              <a:rPr kumimoji="0" lang="en" sz="1000" b="0" i="0" u="none" strike="noStrike" kern="1200" cap="none" spc="-5" normalizeH="0" baseline="0" noProof="0" dirty="0">
                <a:ln>
                  <a:noFill/>
                </a:ln>
                <a:solidFill>
                  <a:srgbClr val="6A6A69"/>
                </a:solidFill>
                <a:effectLst/>
                <a:uLnTx/>
                <a:uFillTx/>
                <a:latin typeface="Libre Franklin Light" pitchFamily="2" charset="77"/>
                <a:ea typeface="+mn-ea"/>
                <a:cs typeface="+mn-cs"/>
              </a:rPr>
              <a:t>Reserved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C1C6291-A3D1-42E5-BE65-3E060F9DCD70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3069858" y="304508"/>
            <a:ext cx="950942" cy="6228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712567B5-AB20-4217-8538-CF31C53291F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3052496" y="7826371"/>
            <a:ext cx="962612" cy="194787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08122872-6EFE-4B21-B4F8-69CE79EE2B2D}"/>
              </a:ext>
            </a:extLst>
          </p:cNvPr>
          <p:cNvSpPr/>
          <p:nvPr userDrawn="1"/>
        </p:nvSpPr>
        <p:spPr>
          <a:xfrm>
            <a:off x="-24714" y="0"/>
            <a:ext cx="12679045" cy="8229600"/>
          </a:xfrm>
          <a:custGeom>
            <a:avLst/>
            <a:gdLst/>
            <a:ahLst/>
            <a:cxnLst/>
            <a:rect l="l" t="t" r="r" b="b"/>
            <a:pathLst>
              <a:path w="12679045" h="8229600">
                <a:moveTo>
                  <a:pt x="12651346" y="0"/>
                </a:moveTo>
                <a:lnTo>
                  <a:pt x="0" y="0"/>
                </a:lnTo>
                <a:lnTo>
                  <a:pt x="0" y="8229600"/>
                </a:lnTo>
                <a:lnTo>
                  <a:pt x="11834347" y="8229600"/>
                </a:lnTo>
                <a:lnTo>
                  <a:pt x="12579958" y="2257201"/>
                </a:lnTo>
                <a:lnTo>
                  <a:pt x="12586744" y="2202004"/>
                </a:lnTo>
                <a:lnTo>
                  <a:pt x="12593289" y="2146982"/>
                </a:lnTo>
                <a:lnTo>
                  <a:pt x="12599594" y="2092135"/>
                </a:lnTo>
                <a:lnTo>
                  <a:pt x="12605658" y="2037463"/>
                </a:lnTo>
                <a:lnTo>
                  <a:pt x="12611481" y="1982966"/>
                </a:lnTo>
                <a:lnTo>
                  <a:pt x="12617064" y="1928644"/>
                </a:lnTo>
                <a:lnTo>
                  <a:pt x="12622406" y="1874497"/>
                </a:lnTo>
                <a:lnTo>
                  <a:pt x="12627507" y="1820525"/>
                </a:lnTo>
                <a:lnTo>
                  <a:pt x="12632368" y="1766728"/>
                </a:lnTo>
                <a:lnTo>
                  <a:pt x="12636988" y="1713106"/>
                </a:lnTo>
                <a:lnTo>
                  <a:pt x="12641367" y="1659660"/>
                </a:lnTo>
                <a:lnTo>
                  <a:pt x="12645506" y="1606388"/>
                </a:lnTo>
                <a:lnTo>
                  <a:pt x="12649404" y="1553291"/>
                </a:lnTo>
                <a:lnTo>
                  <a:pt x="12653061" y="1500369"/>
                </a:lnTo>
                <a:lnTo>
                  <a:pt x="12656478" y="1447622"/>
                </a:lnTo>
                <a:lnTo>
                  <a:pt x="12659654" y="1395050"/>
                </a:lnTo>
                <a:lnTo>
                  <a:pt x="12662590" y="1342654"/>
                </a:lnTo>
                <a:lnTo>
                  <a:pt x="12665284" y="1290432"/>
                </a:lnTo>
                <a:lnTo>
                  <a:pt x="12667739" y="1238385"/>
                </a:lnTo>
                <a:lnTo>
                  <a:pt x="12669952" y="1186513"/>
                </a:lnTo>
                <a:lnTo>
                  <a:pt x="12671925" y="1134816"/>
                </a:lnTo>
                <a:lnTo>
                  <a:pt x="12673658" y="1083295"/>
                </a:lnTo>
                <a:lnTo>
                  <a:pt x="12675150" y="1031948"/>
                </a:lnTo>
                <a:lnTo>
                  <a:pt x="12676401" y="980776"/>
                </a:lnTo>
                <a:lnTo>
                  <a:pt x="12677411" y="929779"/>
                </a:lnTo>
                <a:lnTo>
                  <a:pt x="12678181" y="878957"/>
                </a:lnTo>
                <a:lnTo>
                  <a:pt x="12678711" y="828310"/>
                </a:lnTo>
                <a:lnTo>
                  <a:pt x="12679000" y="777838"/>
                </a:lnTo>
                <a:lnTo>
                  <a:pt x="12679048" y="727542"/>
                </a:lnTo>
                <a:lnTo>
                  <a:pt x="12678856" y="677420"/>
                </a:lnTo>
                <a:lnTo>
                  <a:pt x="12678423" y="627473"/>
                </a:lnTo>
                <a:lnTo>
                  <a:pt x="12677749" y="577701"/>
                </a:lnTo>
                <a:lnTo>
                  <a:pt x="12676835" y="528104"/>
                </a:lnTo>
                <a:lnTo>
                  <a:pt x="12675681" y="478682"/>
                </a:lnTo>
                <a:lnTo>
                  <a:pt x="12674285" y="429435"/>
                </a:lnTo>
                <a:lnTo>
                  <a:pt x="12672650" y="380363"/>
                </a:lnTo>
                <a:lnTo>
                  <a:pt x="12670773" y="331466"/>
                </a:lnTo>
                <a:lnTo>
                  <a:pt x="12668657" y="282743"/>
                </a:lnTo>
                <a:lnTo>
                  <a:pt x="12666299" y="234196"/>
                </a:lnTo>
                <a:lnTo>
                  <a:pt x="12663701" y="185824"/>
                </a:lnTo>
                <a:lnTo>
                  <a:pt x="12660863" y="137627"/>
                </a:lnTo>
                <a:lnTo>
                  <a:pt x="12657784" y="89605"/>
                </a:lnTo>
                <a:lnTo>
                  <a:pt x="12654464" y="41757"/>
                </a:lnTo>
                <a:lnTo>
                  <a:pt x="12651346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8738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2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vers">
  <a:themeElements>
    <a:clrScheme name="Bottero_color">
      <a:dk1>
        <a:srgbClr val="000000"/>
      </a:dk1>
      <a:lt1>
        <a:srgbClr val="FFFFFF"/>
      </a:lt1>
      <a:dk2>
        <a:srgbClr val="005183"/>
      </a:dk2>
      <a:lt2>
        <a:srgbClr val="0698D6"/>
      </a:lt2>
      <a:accent1>
        <a:srgbClr val="575756"/>
      </a:accent1>
      <a:accent2>
        <a:srgbClr val="DADADA"/>
      </a:accent2>
      <a:accent3>
        <a:srgbClr val="95C11F"/>
      </a:accent3>
      <a:accent4>
        <a:srgbClr val="002630"/>
      </a:accent4>
      <a:accent5>
        <a:srgbClr val="424242"/>
      </a:accent5>
      <a:accent6>
        <a:srgbClr val="5F5F5F"/>
      </a:accent6>
      <a:hlink>
        <a:srgbClr val="919191"/>
      </a:hlink>
      <a:folHlink>
        <a:srgbClr val="D5D5D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TTERO Template PPT" id="{F1BD9CD3-E44F-9B4D-809A-D418DC7749C2}" vid="{AB9D3906-7C8E-0546-AA4F-A407ECA5D576}"/>
    </a:ext>
  </a:extLst>
</a:theme>
</file>

<file path=ppt/theme/theme2.xml><?xml version="1.0" encoding="utf-8"?>
<a:theme xmlns:a="http://schemas.openxmlformats.org/drawingml/2006/main" name="Horizontal_linear">
  <a:themeElements>
    <a:clrScheme name="Bottero_color">
      <a:dk1>
        <a:srgbClr val="000000"/>
      </a:dk1>
      <a:lt1>
        <a:srgbClr val="FFFFFF"/>
      </a:lt1>
      <a:dk2>
        <a:srgbClr val="005183"/>
      </a:dk2>
      <a:lt2>
        <a:srgbClr val="0698D6"/>
      </a:lt2>
      <a:accent1>
        <a:srgbClr val="575756"/>
      </a:accent1>
      <a:accent2>
        <a:srgbClr val="DADADA"/>
      </a:accent2>
      <a:accent3>
        <a:srgbClr val="95C11F"/>
      </a:accent3>
      <a:accent4>
        <a:srgbClr val="002630"/>
      </a:accent4>
      <a:accent5>
        <a:srgbClr val="424242"/>
      </a:accent5>
      <a:accent6>
        <a:srgbClr val="5F5F5F"/>
      </a:accent6>
      <a:hlink>
        <a:srgbClr val="919191"/>
      </a:hlink>
      <a:folHlink>
        <a:srgbClr val="D5D5D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TTERO Template PPT" id="{F1BD9CD3-E44F-9B4D-809A-D418DC7749C2}" vid="{DEC68761-8A22-D046-9DF1-5405318300BE}"/>
    </a:ext>
  </a:extLst>
</a:theme>
</file>

<file path=ppt/theme/theme3.xml><?xml version="1.0" encoding="utf-8"?>
<a:theme xmlns:a="http://schemas.openxmlformats.org/drawingml/2006/main" name="Horizontal_curve">
  <a:themeElements>
    <a:clrScheme name="Bottero_color">
      <a:dk1>
        <a:srgbClr val="000000"/>
      </a:dk1>
      <a:lt1>
        <a:srgbClr val="FFFFFF"/>
      </a:lt1>
      <a:dk2>
        <a:srgbClr val="005183"/>
      </a:dk2>
      <a:lt2>
        <a:srgbClr val="0698D6"/>
      </a:lt2>
      <a:accent1>
        <a:srgbClr val="575756"/>
      </a:accent1>
      <a:accent2>
        <a:srgbClr val="DADADA"/>
      </a:accent2>
      <a:accent3>
        <a:srgbClr val="95C11F"/>
      </a:accent3>
      <a:accent4>
        <a:srgbClr val="002630"/>
      </a:accent4>
      <a:accent5>
        <a:srgbClr val="424242"/>
      </a:accent5>
      <a:accent6>
        <a:srgbClr val="5F5F5F"/>
      </a:accent6>
      <a:hlink>
        <a:srgbClr val="919191"/>
      </a:hlink>
      <a:folHlink>
        <a:srgbClr val="D5D5D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TTERO Template PPT" id="{F1BD9CD3-E44F-9B4D-809A-D418DC7749C2}" vid="{3F802392-E383-FD4B-9B4F-EFC2CEE3BCDD}"/>
    </a:ext>
  </a:extLst>
</a:theme>
</file>

<file path=ppt/theme/theme4.xml><?xml version="1.0" encoding="utf-8"?>
<a:theme xmlns:a="http://schemas.openxmlformats.org/drawingml/2006/main" name="Vertical">
  <a:themeElements>
    <a:clrScheme name="Bottero_color">
      <a:dk1>
        <a:srgbClr val="000000"/>
      </a:dk1>
      <a:lt1>
        <a:srgbClr val="FFFFFF"/>
      </a:lt1>
      <a:dk2>
        <a:srgbClr val="005183"/>
      </a:dk2>
      <a:lt2>
        <a:srgbClr val="0698D6"/>
      </a:lt2>
      <a:accent1>
        <a:srgbClr val="575756"/>
      </a:accent1>
      <a:accent2>
        <a:srgbClr val="DADADA"/>
      </a:accent2>
      <a:accent3>
        <a:srgbClr val="95C11F"/>
      </a:accent3>
      <a:accent4>
        <a:srgbClr val="002630"/>
      </a:accent4>
      <a:accent5>
        <a:srgbClr val="424242"/>
      </a:accent5>
      <a:accent6>
        <a:srgbClr val="5F5F5F"/>
      </a:accent6>
      <a:hlink>
        <a:srgbClr val="919191"/>
      </a:hlink>
      <a:folHlink>
        <a:srgbClr val="D5D5D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TTERO Template PPT" id="{F1BD9CD3-E44F-9B4D-809A-D418DC7749C2}" vid="{52D39367-4733-1F4E-8B02-2CCCAE998479}"/>
    </a:ext>
  </a:extLst>
</a:theme>
</file>

<file path=ppt/theme/theme5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0140a6-e051-4bfc-9d33-838d0c2f32f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8EB478AE96FF4FB49E3CF865ED1518" ma:contentTypeVersion="9" ma:contentTypeDescription="Create a new document." ma:contentTypeScope="" ma:versionID="90789ef7611bbc9f83a537429f695a05">
  <xsd:schema xmlns:xsd="http://www.w3.org/2001/XMLSchema" xmlns:xs="http://www.w3.org/2001/XMLSchema" xmlns:p="http://schemas.microsoft.com/office/2006/metadata/properties" xmlns:ns2="b00140a6-e051-4bfc-9d33-838d0c2f32f3" targetNamespace="http://schemas.microsoft.com/office/2006/metadata/properties" ma:root="true" ma:fieldsID="c53cd4f8b27ea7c86e2044e12f568958" ns2:_="">
    <xsd:import namespace="b00140a6-e051-4bfc-9d33-838d0c2f32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0140a6-e051-4bfc-9d33-838d0c2f32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1fb4c01-85f1-43b9-9a7e-2a53a7614e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DC6B37-FA2D-42EA-B306-7DB1AD13F459}">
  <ds:schemaRefs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b00140a6-e051-4bfc-9d33-838d0c2f32f3"/>
    <ds:schemaRef ds:uri="http://purl.org/dc/dcmitype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426BD6D-6757-442C-BE38-540620A52AC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49D2C1-67E6-4972-B61B-6B651C176041}"/>
</file>

<file path=docProps/app.xml><?xml version="1.0" encoding="utf-8"?>
<Properties xmlns="http://schemas.openxmlformats.org/officeDocument/2006/extended-properties" xmlns:vt="http://schemas.openxmlformats.org/officeDocument/2006/docPropsVTypes">
  <Template>BOTTERO Template PPT</Template>
  <TotalTime>3687</TotalTime>
  <Words>2012</Words>
  <Application>Microsoft Office PowerPoint</Application>
  <PresentationFormat>Personalizzato</PresentationFormat>
  <Paragraphs>412</Paragraphs>
  <Slides>29</Slides>
  <Notes>5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4</vt:i4>
      </vt:variant>
      <vt:variant>
        <vt:lpstr>Titoli diapositive</vt:lpstr>
      </vt:variant>
      <vt:variant>
        <vt:i4>29</vt:i4>
      </vt:variant>
    </vt:vector>
  </HeadingPairs>
  <TitlesOfParts>
    <vt:vector size="39" baseType="lpstr">
      <vt:lpstr>Arial</vt:lpstr>
      <vt:lpstr>Libre Franklin Light</vt:lpstr>
      <vt:lpstr>Wingdings</vt:lpstr>
      <vt:lpstr>Times New Roman</vt:lpstr>
      <vt:lpstr>Libre Franklin</vt:lpstr>
      <vt:lpstr>Calibri</vt:lpstr>
      <vt:lpstr>Covers</vt:lpstr>
      <vt:lpstr>Horizontal_linear</vt:lpstr>
      <vt:lpstr>Horizontal_curve</vt:lpstr>
      <vt:lpstr>Vertical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Paolo Corsini</dc:creator>
  <cp:lastModifiedBy>Paolo Corsini</cp:lastModifiedBy>
  <cp:revision>350</cp:revision>
  <cp:lastPrinted>2019-06-28T06:03:34Z</cp:lastPrinted>
  <dcterms:created xsi:type="dcterms:W3CDTF">2026-04-24T20:30:04Z</dcterms:created>
  <dcterms:modified xsi:type="dcterms:W3CDTF">2026-06-03T09:49:10Z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2019-01-05T00:00:00Z</vt:filetime>
  </property>
  <property fmtid="{D5CDD505-2E9C-101B-9397-08002B2CF9AE}" pid="3" name="Creator">
    <vt:lpwstr>Adobe InDesign CS6 (Windows)</vt:lpwstr>
  </property>
  <property fmtid="{D5CDD505-2E9C-101B-9397-08002B2CF9AE}" pid="4" name="LastSaved">
    <vt:filetime>2019-01-05T00:00:00Z</vt:filetime>
  </property>
  <property fmtid="{D5CDD505-2E9C-101B-9397-08002B2CF9AE}" pid="5" name="ContentTypeId">
    <vt:lpwstr>0x010100E68EB478AE96FF4FB49E3CF865ED1518</vt:lpwstr>
  </property>
  <property fmtid="{D5CDD505-2E9C-101B-9397-08002B2CF9AE}" pid="6" name="MediaServiceImageTags">
    <vt:lpwstr/>
  </property>
</Properties>
</file>